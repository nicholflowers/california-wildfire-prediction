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4" r:id="rId1"/>
    <p:sldMasterId id="2147483715" r:id="rId2"/>
  </p:sldMasterIdLst>
  <p:notesMasterIdLst>
    <p:notesMasterId r:id="rId26"/>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embeddedFontLst>
    <p:embeddedFont>
      <p:font typeface="Abel" panose="02000506030000020004" pitchFamily="2" charset="0"/>
      <p:regular r:id="rId27"/>
    </p:embeddedFont>
    <p:embeddedFont>
      <p:font typeface="Raleway" pitchFamily="2" charset="77"/>
      <p:regular r:id="rId28"/>
      <p:bold r:id="rId29"/>
      <p:italic r:id="rId30"/>
      <p:boldItalic r:id="rId31"/>
    </p:embeddedFont>
    <p:embeddedFont>
      <p:font typeface="Staatliches" pitchFamily="2" charset="0"/>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F1A8F8-7645-48B5-9726-0F4B0FB98B00}">
  <a:tblStyle styleId="{07F1A8F8-7645-48B5-9726-0F4B0FB98B0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BFE5DE2-A58F-4E92-B6AB-F7E17E8FF10C}"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0"/>
  </p:normalViewPr>
  <p:slideViewPr>
    <p:cSldViewPr snapToGrid="0">
      <p:cViewPr varScale="1">
        <p:scale>
          <a:sx n="158" d="100"/>
          <a:sy n="158" d="100"/>
        </p:scale>
        <p:origin x="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397740d49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397740d49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started with our question…</a:t>
            </a:r>
            <a:br>
              <a:rPr lang="en"/>
            </a:b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This is important work because:</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It supports </a:t>
            </a:r>
            <a:r>
              <a:rPr lang="en" b="1">
                <a:solidFill>
                  <a:schemeClr val="dk1"/>
                </a:solidFill>
              </a:rPr>
              <a:t>early warning systems and evacuation planning</a:t>
            </a:r>
            <a:r>
              <a:rPr lang="en">
                <a:solidFill>
                  <a:schemeClr val="dk1"/>
                </a:solidFill>
              </a:rPr>
              <a:t>, helping people respond before disaster strikes</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It enables </a:t>
            </a:r>
            <a:r>
              <a:rPr lang="en" b="1">
                <a:solidFill>
                  <a:schemeClr val="dk1"/>
                </a:solidFill>
              </a:rPr>
              <a:t>early allocation of resources</a:t>
            </a:r>
            <a:r>
              <a:rPr lang="en">
                <a:solidFill>
                  <a:schemeClr val="dk1"/>
                </a:solidFill>
              </a:rPr>
              <a:t>, like fire fighting equip and water to reduce damage and fatalities</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It offers </a:t>
            </a:r>
            <a:r>
              <a:rPr lang="en" b="1">
                <a:solidFill>
                  <a:schemeClr val="dk1"/>
                </a:solidFill>
              </a:rPr>
              <a:t>scalability</a:t>
            </a:r>
            <a:r>
              <a:rPr lang="en">
                <a:solidFill>
                  <a:schemeClr val="dk1"/>
                </a:solidFill>
              </a:rPr>
              <a:t>, allowing similar models to be applied in other fire-prone regions</a:t>
            </a:r>
            <a:br>
              <a:rPr lang="en">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gives policymakers evidence to plan ahead and direct funding more effectively.</a:t>
            </a:r>
            <a:endParaRPr>
              <a:solidFill>
                <a:schemeClr val="dk1"/>
              </a:solidFill>
            </a:endParaRPr>
          </a:p>
          <a:p>
            <a:pPr marL="0" lvl="0" indent="0" algn="l" rtl="0">
              <a:spcBef>
                <a:spcPts val="1200"/>
              </a:spcBef>
              <a:spcAft>
                <a:spcPts val="0"/>
              </a:spcAft>
              <a:buNone/>
            </a:pPr>
            <a:r>
              <a:rPr lang="en" b="1">
                <a:solidFill>
                  <a:schemeClr val="dk1"/>
                </a:solidFill>
              </a:rPr>
              <a:t>—-------------------------------------------------------------------------</a:t>
            </a:r>
            <a:endParaRPr b="1">
              <a:solidFill>
                <a:schemeClr val="dk1"/>
              </a:solidFill>
            </a:endParaRPr>
          </a:p>
          <a:p>
            <a:pPr marL="0" lvl="0" indent="0" algn="l" rtl="0">
              <a:lnSpc>
                <a:spcPct val="115000"/>
              </a:lnSpc>
              <a:spcBef>
                <a:spcPts val="1200"/>
              </a:spcBef>
              <a:spcAft>
                <a:spcPts val="0"/>
              </a:spcAft>
              <a:buNone/>
            </a:pPr>
            <a:r>
              <a:rPr lang="en">
                <a:solidFill>
                  <a:schemeClr val="dk1"/>
                </a:solidFill>
              </a:rPr>
              <a:t>Traditional wildfire prediction relied on weather forecasts, vegetation dryness, and static risk maps, which  lacked precision for short-term action.</a:t>
            </a:r>
            <a:endParaRPr>
              <a:solidFill>
                <a:schemeClr val="dk1"/>
              </a:solidFill>
            </a:endParaRPr>
          </a:p>
          <a:p>
            <a:pPr marL="0" lvl="0" indent="0" algn="l" rtl="0">
              <a:lnSpc>
                <a:spcPct val="115000"/>
              </a:lnSpc>
              <a:spcBef>
                <a:spcPts val="1200"/>
              </a:spcBef>
              <a:spcAft>
                <a:spcPts val="0"/>
              </a:spcAft>
              <a:buNone/>
            </a:pPr>
            <a:r>
              <a:rPr lang="en">
                <a:solidFill>
                  <a:schemeClr val="dk1"/>
                </a:solidFill>
              </a:rPr>
              <a:t>More recently, machine learning has been used to predict fire risk using historical weather and ignition data.</a:t>
            </a:r>
            <a:endParaRPr>
              <a:solidFill>
                <a:schemeClr val="dk1"/>
              </a:solidFill>
            </a:endParaRPr>
          </a:p>
          <a:p>
            <a:pPr marL="0" lvl="0" indent="0" algn="l" rtl="0">
              <a:lnSpc>
                <a:spcPct val="115000"/>
              </a:lnSpc>
              <a:spcBef>
                <a:spcPts val="1200"/>
              </a:spcBef>
              <a:spcAft>
                <a:spcPts val="0"/>
              </a:spcAft>
              <a:buNone/>
            </a:pPr>
            <a:r>
              <a:rPr lang="en">
                <a:solidFill>
                  <a:schemeClr val="dk1"/>
                </a:solidFill>
              </a:rPr>
              <a:t>The field is now moving toward AI systems that integrate spatial, visual, and temporal data for more dynamic, location-specific forecasts.</a:t>
            </a:r>
            <a:endParaRPr>
              <a:solidFill>
                <a:schemeClr val="dk1"/>
              </a:solidFill>
            </a:endParaRPr>
          </a:p>
          <a:p>
            <a:pPr marL="0" lvl="0" indent="0" algn="l" rtl="0">
              <a:lnSpc>
                <a:spcPct val="115000"/>
              </a:lnSpc>
              <a:spcBef>
                <a:spcPts val="1200"/>
              </a:spcBef>
              <a:spcAft>
                <a:spcPts val="0"/>
              </a:spcAft>
              <a:buNone/>
            </a:pPr>
            <a:r>
              <a:rPr lang="en">
                <a:solidFill>
                  <a:schemeClr val="dk1"/>
                </a:solidFill>
              </a:rPr>
              <a:t>Our project builds on this by using machine learning to predict wildfires over 3, 7, and 14-day windows, usingdata that captures temporal patterns, geographic location, and weather conditions.</a:t>
            </a:r>
            <a:endParaRPr>
              <a:solidFill>
                <a:schemeClr val="dk1"/>
              </a:solidFill>
            </a:endParaRPr>
          </a:p>
          <a:p>
            <a:pPr marL="0" lvl="0" indent="0" algn="l" rtl="0">
              <a:spcBef>
                <a:spcPts val="1200"/>
              </a:spcBef>
              <a:spcAft>
                <a:spcPts val="0"/>
              </a:spcAft>
              <a:buNone/>
            </a:pP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4bdfd69536_3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4bdfd69536_3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endParaRPr/>
          </a:p>
          <a:p>
            <a:pPr marL="0" marR="381000" lvl="0" indent="0" algn="l" rtl="0">
              <a:lnSpc>
                <a:spcPct val="115000"/>
              </a:lnSpc>
              <a:spcBef>
                <a:spcPts val="1200"/>
              </a:spcBef>
              <a:spcAft>
                <a:spcPts val="0"/>
              </a:spcAft>
              <a:buClr>
                <a:schemeClr val="dk1"/>
              </a:buClr>
              <a:buSzPts val="1100"/>
              <a:buFont typeface="Arial"/>
              <a:buNone/>
            </a:pPr>
            <a:r>
              <a:rPr lang="en"/>
              <a:t>Fire prediction is an active area of research. Here are a few examples of others exploring models using fuel moisture, risk data, and game theory.</a:t>
            </a:r>
            <a:endParaRPr/>
          </a:p>
          <a:p>
            <a:pPr marL="0" lvl="0" indent="0" algn="l" rtl="0">
              <a:spcBef>
                <a:spcPts val="120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4be61c969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4be61c969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This slide outlines our general approach.  I want to highlight two things: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457200" lvl="0" indent="-298450" algn="l" rtl="0">
              <a:spcBef>
                <a:spcPts val="0"/>
              </a:spcBef>
              <a:spcAft>
                <a:spcPts val="0"/>
              </a:spcAft>
              <a:buClr>
                <a:schemeClr val="dk1"/>
              </a:buClr>
              <a:buSzPts val="1100"/>
              <a:buAutoNum type="arabicPeriod"/>
            </a:pPr>
            <a:r>
              <a:rPr lang="en">
                <a:solidFill>
                  <a:schemeClr val="dk1"/>
                </a:solidFill>
              </a:rPr>
              <a:t>We merged multiple datasets to combine weather and climate region (location) data. (which Carlos will talk about this more) </a:t>
            </a:r>
            <a:endParaRPr>
              <a:solidFill>
                <a:schemeClr val="dk1"/>
              </a:solidFill>
            </a:endParaRPr>
          </a:p>
          <a:p>
            <a:pPr marL="457200" lvl="0" indent="-298450" algn="l" rtl="0">
              <a:spcBef>
                <a:spcPts val="0"/>
              </a:spcBef>
              <a:spcAft>
                <a:spcPts val="0"/>
              </a:spcAft>
              <a:buClr>
                <a:schemeClr val="dk1"/>
              </a:buClr>
              <a:buSzPts val="1100"/>
              <a:buAutoNum type="arabicPeriod"/>
            </a:pPr>
            <a:r>
              <a:rPr lang="en">
                <a:solidFill>
                  <a:schemeClr val="dk1"/>
                </a:solidFill>
              </a:rPr>
              <a:t>The 60/20/20 split we did was time based,  which was necessary for maintaining the integrity of our time-based predictions.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now, I will turn it over to Carlos..</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3997691c86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3997691c86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Slide 5 provides an overview of how we constructed and enhanced our dataset. We started with a time series of California-averaged weather features and a basic Boolean fire label, courtesy of the California Weather &amp; Fire Prediction dataset from Zenodo. While academically useful, this initial data lacked the geospatial granularity necessary for real-world application.</a:t>
            </a:r>
            <a:endParaRPr/>
          </a:p>
          <a:p>
            <a:pPr marL="0" lvl="0" indent="0" algn="l" rtl="0">
              <a:lnSpc>
                <a:spcPct val="115000"/>
              </a:lnSpc>
              <a:spcBef>
                <a:spcPts val="1200"/>
              </a:spcBef>
              <a:spcAft>
                <a:spcPts val="0"/>
              </a:spcAft>
              <a:buClr>
                <a:schemeClr val="dk1"/>
              </a:buClr>
              <a:buSzPts val="1100"/>
              <a:buFont typeface="Arial"/>
              <a:buNone/>
            </a:pPr>
            <a:r>
              <a:rPr lang="en"/>
              <a:t>To address that, we integrated geolocated CAL FIRE historical fire data—including the 2024 and 2025 datasets—and used GeoPandas to map each fire to its county and the appropriate CONUS Climate Division. We specifically chose these divisions because fires are heavily influenced by seasonal and localized weather patterns, and the divisions also help reduce the number of classes we need to predict. Next, we leveraged Shapely to identify the centroids of fires within each division and pulled localized weather data for those coordinates from NASA’s POWER website. In addition to pinpointing fire locations, we also incorporated a wide range of MERRA-2 weather variables, such as temperature (max, min, and range), humidity (relative and specific), precipitation, wind speed, and wind direction. These granular metrics help capture the environmental conditions that drive wildfire risks. We could easily spend over 12 minutes diving into the finer details of this process, but Slide 5 offers a high-level snapshot of how we evolved a simple time-series dataset into a richer, location-aware resource for wildfire forecasting.”</a:t>
            </a:r>
            <a:endParaRPr/>
          </a:p>
          <a:p>
            <a:pPr marL="0" lvl="0" indent="0" algn="l" rtl="0">
              <a:spcBef>
                <a:spcPts val="120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4ef36410f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4ef36410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Clr>
                <a:schemeClr val="dk1"/>
              </a:buClr>
              <a:buSzPts val="1100"/>
              <a:buFont typeface="Arial"/>
              <a:buNone/>
            </a:pPr>
            <a:r>
              <a:rPr lang="en" sz="968">
                <a:solidFill>
                  <a:srgbClr val="FB8827"/>
                </a:solidFill>
                <a:latin typeface="Raleway"/>
                <a:ea typeface="Raleway"/>
                <a:cs typeface="Raleway"/>
                <a:sym typeface="Raleway"/>
              </a:rPr>
              <a:t>California averaged weather features organized as a time series. </a:t>
            </a:r>
            <a:endParaRPr sz="968">
              <a:solidFill>
                <a:srgbClr val="FB8827"/>
              </a:solidFill>
              <a:latin typeface="Raleway"/>
              <a:ea typeface="Raleway"/>
              <a:cs typeface="Raleway"/>
              <a:sym typeface="Raleway"/>
            </a:endParaRPr>
          </a:p>
          <a:p>
            <a:pPr marL="0" lvl="0" indent="0" algn="l" rtl="0">
              <a:lnSpc>
                <a:spcPct val="115000"/>
              </a:lnSpc>
              <a:spcBef>
                <a:spcPts val="1200"/>
              </a:spcBef>
              <a:spcAft>
                <a:spcPts val="0"/>
              </a:spcAft>
              <a:buClr>
                <a:schemeClr val="dk1"/>
              </a:buClr>
              <a:buSzPts val="1100"/>
              <a:buFont typeface="Arial"/>
              <a:buNone/>
            </a:pPr>
            <a:r>
              <a:rPr lang="en" sz="968">
                <a:solidFill>
                  <a:srgbClr val="FB8827"/>
                </a:solidFill>
                <a:latin typeface="Raleway"/>
                <a:ea typeface="Raleway"/>
                <a:cs typeface="Raleway"/>
                <a:sym typeface="Raleway"/>
              </a:rPr>
              <a:t>Boolean label indicating  if any fire start throughout the state was reported</a:t>
            </a:r>
            <a:r>
              <a:rPr lang="en" sz="968">
                <a:solidFill>
                  <a:srgbClr val="0000FF"/>
                </a:solidFill>
                <a:latin typeface="Raleway"/>
                <a:ea typeface="Raleway"/>
                <a:cs typeface="Raleway"/>
                <a:sym typeface="Raleway"/>
              </a:rPr>
              <a:t> </a:t>
            </a:r>
            <a:endParaRPr sz="968">
              <a:solidFill>
                <a:srgbClr val="0000FF"/>
              </a:solidFill>
              <a:latin typeface="Raleway"/>
              <a:ea typeface="Raleway"/>
              <a:cs typeface="Raleway"/>
              <a:sym typeface="Raleway"/>
            </a:endParaRPr>
          </a:p>
          <a:p>
            <a:pPr marL="0" lvl="0" indent="0" algn="l" rtl="0">
              <a:lnSpc>
                <a:spcPct val="115000"/>
              </a:lnSpc>
              <a:spcBef>
                <a:spcPts val="1200"/>
              </a:spcBef>
              <a:spcAft>
                <a:spcPts val="0"/>
              </a:spcAft>
              <a:buClr>
                <a:schemeClr val="dk1"/>
              </a:buClr>
              <a:buSzPts val="1100"/>
              <a:buFont typeface="Arial"/>
              <a:buNone/>
            </a:pPr>
            <a:r>
              <a:rPr lang="en"/>
              <a:t>“Slide 5 provides an overview of how we constructed and enhanced our dataset. We started with a time series of California-averaged weather features and a basic Boolean fire label, courtesy of the California Weather &amp; Fire Prediction dataset from Zenodo. While academically useful, this initial data lacked the geospatial granularity necessary for real-world application.</a:t>
            </a:r>
            <a:endParaRPr/>
          </a:p>
          <a:p>
            <a:pPr marL="0" lvl="0" indent="0" algn="l" rtl="0">
              <a:lnSpc>
                <a:spcPct val="115000"/>
              </a:lnSpc>
              <a:spcBef>
                <a:spcPts val="1200"/>
              </a:spcBef>
              <a:spcAft>
                <a:spcPts val="0"/>
              </a:spcAft>
              <a:buClr>
                <a:schemeClr val="dk1"/>
              </a:buClr>
              <a:buSzPts val="1100"/>
              <a:buFont typeface="Arial"/>
              <a:buNone/>
            </a:pPr>
            <a:r>
              <a:rPr lang="en"/>
              <a:t>To address that, we integrated geolocated CAL FIRE historical fire data—including the 2024 and 2025 datasets—and used GeoPandas to map each fire to its county and the appropriate CONUS Climate Division. We specifically chose these divisions because fires are heavily influenced by seasonal and localized weather patterns, and the divisions also help reduce the number of classes we need to predict. Next, we leveraged Shapely to identify the centroids of fires within each division and pulled localized weather data for those coordinates from NASA’s POWER website. In addition to pinpointing fire locations, we also incorporated a wide range of MERRA-2 weather variables, such as temperature (max, min, and range), humidity (relative and specific), precipitation, wind speed, and wind direction. These granular metrics help capture the environmental conditions that drive wildfire risks. We could easily spend over 12 minutes diving into the finer details of this process, but Slide 5 offers a high-level snapshot of how we evolved a simple time-series dataset into a richer, location-aware resource for wildfire forecasting.”</a:t>
            </a:r>
            <a:endParaRPr/>
          </a:p>
          <a:p>
            <a:pPr marL="0" lvl="0" indent="0" algn="l" rtl="0">
              <a:spcBef>
                <a:spcPts val="120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4a74d09f7a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34a74d09f7a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4a74d09f7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4a74d09f7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4a74d09f7a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34a74d09f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4a74d09f7a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4a74d09f7a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4a74d09f7a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4a74d09f7a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4a74d09f7a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4a74d09f7a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4a74d09f7a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4a74d09f7a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4ea08d89a2_5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34ea08d89a2_5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began with a straightforward logistic regression model as a baseline for comparison against more advanced approaches—including Neural Networks, Random forest , XGBOOST and ARIMA (SARIMAX). Among these, ARIMA (SARIMAX) emerged as the strongest performer, improving the 3-day forecast by 21.9%, the 7-day by 33.9%, and the 14-day by 41.8%. While even the simplest model beat random chance, the more sophisticated methods not only boost near-term accuracy but also sustain valuable predictive power over longer horizons, providing robust insights for resource allocation and strategic planning.”</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3997691c86_3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33997691c86_3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 14 highlights our baseline model, a multinomial Logistic Regression. Although its accuracy decreases as we extend forecasts, it still beats random guessing by 85% even at the 14-day mark—showing genuine predictive power across all horizons. In the short term, it achieves a standout accuracy of 45.3% for the 3-day window, making it a reliable option for immediate decision-making. One notable finding is that the model’s precision often surpasses its accuracy, meaning it’s more selective in flagging fires and thus reduces false alarms. We chose moderate regularization (C=1.0), used an LBFGS solver, and set class weighting to ‘balanced’ to handle our eight labels fairly. While we ultimately rely on more advanced models, this logistic regression approach provides a solid yardstick against which we measure further improvements.”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3997691c86_3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33997691c86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“Slide 15 showcases our shift to a feedforward neural network, outperforming the baseline logistic regression model across all forecast horizons. The most notable gain appears at the 3-day mark, where accuracy jumps by 5.5 points to 50.8%. Even at the 14-day horizon, this architecture maintains a 10.8% lead over the baseline. Higher precision (fewer false alarms) and better recall (more true fires caught) both support emergency response planning. While we experimented with other techniques—like class weighting, adding lagged features, and even CNN or LSTM architectures—the feedforward network, fine-tuned with Optuna for layers, activation functions, and dropout rates, delivered the strongest results. Overall, this model captures complex meteorological patterns that simpler approaches tend to overlook.”</a:t>
            </a:r>
            <a:endParaRPr/>
          </a:p>
          <a:p>
            <a:pPr marL="0" lvl="0" indent="0" algn="l" rtl="0">
              <a:spcBef>
                <a:spcPts val="120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3997691c86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33997691c86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a:t>For our next model, we implemented a Random Forest Classifier. We chose Random Forest because it is effective at handling non-linear relationships between weather variables like temperature, humidity, and wind.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34ea4a8e1d0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34ea4a8e1d0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Next, we experimented with dimensionality reduction using PCA combined with Random Forest. The motivation here was to reduce overfitting and improve generalization by simplifying the feature space.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34ea4a8e1d0_1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4ea4a8e1d0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counter the class imbalance more directly, we applied SMOTE (Synthetic Minority Over-sampling Technique) before training the Random Forest.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4ea08d89a2_2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4ea08d89a2_2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solidFill>
                  <a:schemeClr val="dk1"/>
                </a:solidFill>
              </a:rPr>
              <a:t>The next model we used the XGBoost algorithm which a powerful gradient boosting technique that's very useful for time series data.</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XGBoost performed best for predicting fires in the next </a:t>
            </a:r>
            <a:r>
              <a:rPr lang="en" b="1">
                <a:solidFill>
                  <a:schemeClr val="dk1"/>
                </a:solidFill>
              </a:rPr>
              <a:t>3 days</a:t>
            </a:r>
            <a:r>
              <a:rPr lang="en">
                <a:solidFill>
                  <a:schemeClr val="dk1"/>
                </a:solidFill>
              </a:rPr>
              <a:t>, with an accuracy of </a:t>
            </a:r>
            <a:r>
              <a:rPr lang="en" b="1">
                <a:solidFill>
                  <a:schemeClr val="dk1"/>
                </a:solidFill>
              </a:rPr>
              <a:t>54.2%</a:t>
            </a:r>
            <a:r>
              <a:rPr lang="en">
                <a:solidFill>
                  <a:schemeClr val="dk1"/>
                </a:solidFill>
              </a:rPr>
              <a:t>, and a balanced precision and recall. The </a:t>
            </a:r>
            <a:r>
              <a:rPr lang="en" b="1">
                <a:solidFill>
                  <a:schemeClr val="dk1"/>
                </a:solidFill>
              </a:rPr>
              <a:t>7-day model</a:t>
            </a:r>
            <a:r>
              <a:rPr lang="en">
                <a:solidFill>
                  <a:schemeClr val="dk1"/>
                </a:solidFill>
              </a:rPr>
              <a:t> dropped in performance, with an accuracy of </a:t>
            </a:r>
            <a:r>
              <a:rPr lang="en" b="1">
                <a:solidFill>
                  <a:schemeClr val="dk1"/>
                </a:solidFill>
              </a:rPr>
              <a:t>40.6%</a:t>
            </a:r>
            <a:r>
              <a:rPr lang="en">
                <a:solidFill>
                  <a:schemeClr val="dk1"/>
                </a:solidFill>
              </a:rPr>
              <a:t>. Finally, the </a:t>
            </a:r>
            <a:r>
              <a:rPr lang="en" b="1">
                <a:solidFill>
                  <a:schemeClr val="dk1"/>
                </a:solidFill>
              </a:rPr>
              <a:t>14-day model</a:t>
            </a:r>
            <a:r>
              <a:rPr lang="en">
                <a:solidFill>
                  <a:schemeClr val="dk1"/>
                </a:solidFill>
              </a:rPr>
              <a:t> had the lowest metrics across the board, with accuracy at </a:t>
            </a:r>
            <a:r>
              <a:rPr lang="en" b="1">
                <a:solidFill>
                  <a:schemeClr val="dk1"/>
                </a:solidFill>
              </a:rPr>
              <a:t>33.8%</a:t>
            </a:r>
            <a:r>
              <a:rPr lang="en">
                <a:solidFill>
                  <a:schemeClr val="dk1"/>
                </a:solidFill>
              </a:rPr>
              <a:t>, showing that predictive power decreases as the time window extends.</a:t>
            </a:r>
            <a:endParaRPr>
              <a:solidFill>
                <a:schemeClr val="dk1"/>
              </a:solidFill>
            </a:endParaRPr>
          </a:p>
          <a:p>
            <a:pPr marL="0" lvl="0" indent="0" algn="l" rtl="0">
              <a:lnSpc>
                <a:spcPct val="115000"/>
              </a:lnSpc>
              <a:spcBef>
                <a:spcPts val="1200"/>
              </a:spcBef>
              <a:spcAft>
                <a:spcPts val="0"/>
              </a:spcAft>
              <a:buNone/>
            </a:pPr>
            <a:r>
              <a:rPr lang="en">
                <a:solidFill>
                  <a:schemeClr val="dk1"/>
                </a:solidFill>
              </a:rPr>
              <a:t>These results suggest short-term predictions are more reliable, and that fire risk patterns may be more harder to capture further out in time over a loner horizon.</a:t>
            </a:r>
            <a:endParaRPr>
              <a:solidFill>
                <a:schemeClr val="dk1"/>
              </a:solidFill>
            </a:endParaRPr>
          </a:p>
          <a:p>
            <a:pPr marL="0" lvl="0" indent="0" algn="l" rtl="0">
              <a:lnSpc>
                <a:spcPct val="115000"/>
              </a:lnSpc>
              <a:spcBef>
                <a:spcPts val="1200"/>
              </a:spcBef>
              <a:spcAft>
                <a:spcPts val="0"/>
              </a:spcAft>
              <a:buNone/>
            </a:pPr>
            <a:r>
              <a:rPr lang="en">
                <a:solidFill>
                  <a:schemeClr val="dk1"/>
                </a:solidFill>
              </a:rPr>
              <a:t>To identify the best-performing XGBoost models for predicting fires in 3, 7, and 14 days, we ran </a:t>
            </a:r>
            <a:r>
              <a:rPr lang="en" b="1">
                <a:solidFill>
                  <a:schemeClr val="dk1"/>
                </a:solidFill>
              </a:rPr>
              <a:t>random search with 20 iterations</a:t>
            </a:r>
            <a:r>
              <a:rPr lang="en">
                <a:solidFill>
                  <a:schemeClr val="dk1"/>
                </a:solidFill>
              </a:rPr>
              <a:t> per model. This allowed us to explore combinations across </a:t>
            </a:r>
            <a:r>
              <a:rPr lang="en" b="1">
                <a:solidFill>
                  <a:schemeClr val="dk1"/>
                </a:solidFill>
              </a:rPr>
              <a:t>nine key hyperparameters</a:t>
            </a:r>
            <a:r>
              <a:rPr lang="en">
                <a:solidFill>
                  <a:schemeClr val="dk1"/>
                </a:solidFill>
              </a:rPr>
              <a:t>, including tree depth, learning rate, and regularization settings.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Overall, there's no single trend across the time windows, but this reflects how model complexity and constraints must adapt to the unique signal and noise characteristics at different time horizons.</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33997691c86_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33997691c86_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4bdfd69536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34bdfd69536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solidFill>
                  <a:schemeClr val="dk1"/>
                </a:solidFill>
              </a:rPr>
              <a:t>In conclusion, our results showed the ability for models to deliver strong short-term forecasting of fires within 3 days, and we were able to provide helpful intelligence for predicting over longer horizons. We also discovered the challenges of forecasting wildfire risk in general, especially in the face of significant class imbalance—where most observations indicated no fire. While short-term predictions proved more reliable, performance declined as the forecast window extended. Among the models evaluated, ARIMA delivered the strongest results. Importantly, the scarcity of positive fire cases in our data reflects a broader gap in wildfire research: the need for richer, more balanced datasets. As a next step, we aim to explore advanced time series models like LSTM networks and seasonal approaches to improve long-term predictive accuracy.</a:t>
            </a:r>
            <a:endParaRPr>
              <a:solidFill>
                <a:schemeClr val="dk1"/>
              </a:solidFill>
            </a:endParaRPr>
          </a:p>
          <a:p>
            <a:pPr marL="0" lvl="0" indent="0" algn="l" rtl="0">
              <a:spcBef>
                <a:spcPts val="1200"/>
              </a:spcBef>
              <a:spcAft>
                <a:spcPts val="0"/>
              </a:spcAft>
              <a:buNone/>
            </a:pP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4bdfd69536_3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4bdfd69536_3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3397740d498_4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3397740d498_4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6.jp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6.jpg"/><Relationship Id="rId1" Type="http://schemas.openxmlformats.org/officeDocument/2006/relationships/slideMaster" Target="../slideMasters/slideMaster2.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5541350" y="2280088"/>
            <a:ext cx="25869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5541350" y="1294038"/>
            <a:ext cx="2586900" cy="1084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4" name="Google Shape;14;p3"/>
          <p:cNvSpPr txBox="1">
            <a:spLocks noGrp="1"/>
          </p:cNvSpPr>
          <p:nvPr>
            <p:ph type="subTitle" idx="1"/>
          </p:nvPr>
        </p:nvSpPr>
        <p:spPr>
          <a:xfrm>
            <a:off x="5541350" y="3007663"/>
            <a:ext cx="2586900" cy="84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4"/>
          <p:cNvSpPr txBox="1">
            <a:spLocks noGrp="1"/>
          </p:cNvSpPr>
          <p:nvPr>
            <p:ph type="body" idx="1"/>
          </p:nvPr>
        </p:nvSpPr>
        <p:spPr>
          <a:xfrm>
            <a:off x="889000" y="1388325"/>
            <a:ext cx="4182000" cy="26625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sz="1600"/>
            </a:lvl1pPr>
            <a:lvl2pPr marL="914400" lvl="1" indent="-330200">
              <a:spcBef>
                <a:spcPts val="1600"/>
              </a:spcBef>
              <a:spcAft>
                <a:spcPts val="0"/>
              </a:spcAft>
              <a:buSzPts val="1600"/>
              <a:buChar char="○"/>
              <a:defRPr sz="1600"/>
            </a:lvl2pPr>
            <a:lvl3pPr marL="1371600" lvl="2" indent="-330200">
              <a:spcBef>
                <a:spcPts val="1600"/>
              </a:spcBef>
              <a:spcAft>
                <a:spcPts val="0"/>
              </a:spcAft>
              <a:buSzPts val="1600"/>
              <a:buChar char="■"/>
              <a:defRPr sz="1600"/>
            </a:lvl3pPr>
            <a:lvl4pPr marL="1828800" lvl="3" indent="-330200">
              <a:spcBef>
                <a:spcPts val="1600"/>
              </a:spcBef>
              <a:spcAft>
                <a:spcPts val="0"/>
              </a:spcAft>
              <a:buSzPts val="1600"/>
              <a:buChar char="●"/>
              <a:defRPr sz="1600"/>
            </a:lvl4pPr>
            <a:lvl5pPr marL="2286000" lvl="4" indent="-330200">
              <a:spcBef>
                <a:spcPts val="1600"/>
              </a:spcBef>
              <a:spcAft>
                <a:spcPts val="0"/>
              </a:spcAft>
              <a:buSzPts val="1600"/>
              <a:buChar char="○"/>
              <a:defRPr sz="1600"/>
            </a:lvl5pPr>
            <a:lvl6pPr marL="2743200" lvl="5" indent="-330200">
              <a:spcBef>
                <a:spcPts val="1600"/>
              </a:spcBef>
              <a:spcAft>
                <a:spcPts val="0"/>
              </a:spcAft>
              <a:buSzPts val="1600"/>
              <a:buChar char="■"/>
              <a:defRPr sz="1600"/>
            </a:lvl6pPr>
            <a:lvl7pPr marL="3200400" lvl="6" indent="-330200">
              <a:spcBef>
                <a:spcPts val="1600"/>
              </a:spcBef>
              <a:spcAft>
                <a:spcPts val="0"/>
              </a:spcAft>
              <a:buSzPts val="1600"/>
              <a:buChar char="●"/>
              <a:defRPr sz="1600"/>
            </a:lvl7pPr>
            <a:lvl8pPr marL="3657600" lvl="7" indent="-330200">
              <a:spcBef>
                <a:spcPts val="1600"/>
              </a:spcBef>
              <a:spcAft>
                <a:spcPts val="0"/>
              </a:spcAft>
              <a:buSzPts val="1600"/>
              <a:buChar char="○"/>
              <a:defRPr sz="1600"/>
            </a:lvl8pPr>
            <a:lvl9pPr marL="4114800" lvl="8" indent="-330200">
              <a:spcBef>
                <a:spcPts val="1600"/>
              </a:spcBef>
              <a:spcAft>
                <a:spcPts val="1600"/>
              </a:spcAft>
              <a:buSzPts val="1600"/>
              <a:buChar char="■"/>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body" idx="1"/>
          </p:nvPr>
        </p:nvSpPr>
        <p:spPr>
          <a:xfrm>
            <a:off x="1128925" y="1932475"/>
            <a:ext cx="3163800" cy="2454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30200" rtl="0">
              <a:spcBef>
                <a:spcPts val="1600"/>
              </a:spcBef>
              <a:spcAft>
                <a:spcPts val="0"/>
              </a:spcAft>
              <a:buSzPts val="1600"/>
              <a:buChar char="○"/>
              <a:defRPr/>
            </a:lvl2pPr>
            <a:lvl3pPr marL="1371600" lvl="2" indent="-330200" rtl="0">
              <a:spcBef>
                <a:spcPts val="1600"/>
              </a:spcBef>
              <a:spcAft>
                <a:spcPts val="0"/>
              </a:spcAft>
              <a:buSzPts val="1600"/>
              <a:buChar char="■"/>
              <a:defRPr/>
            </a:lvl3pPr>
            <a:lvl4pPr marL="1828800" lvl="3" indent="-330200" rtl="0">
              <a:spcBef>
                <a:spcPts val="1600"/>
              </a:spcBef>
              <a:spcAft>
                <a:spcPts val="0"/>
              </a:spcAft>
              <a:buSzPts val="1600"/>
              <a:buChar char="●"/>
              <a:defRPr/>
            </a:lvl4pPr>
            <a:lvl5pPr marL="2286000" lvl="4" indent="-330200" rtl="0">
              <a:spcBef>
                <a:spcPts val="1600"/>
              </a:spcBef>
              <a:spcAft>
                <a:spcPts val="0"/>
              </a:spcAft>
              <a:buSzPts val="1600"/>
              <a:buChar char="○"/>
              <a:defRPr/>
            </a:lvl5pPr>
            <a:lvl6pPr marL="2743200" lvl="5" indent="-330200" rtl="0">
              <a:spcBef>
                <a:spcPts val="1600"/>
              </a:spcBef>
              <a:spcAft>
                <a:spcPts val="0"/>
              </a:spcAft>
              <a:buSzPts val="1600"/>
              <a:buChar char="■"/>
              <a:defRPr/>
            </a:lvl6pPr>
            <a:lvl7pPr marL="3200400" lvl="6" indent="-330200" rtl="0">
              <a:spcBef>
                <a:spcPts val="1600"/>
              </a:spcBef>
              <a:spcAft>
                <a:spcPts val="0"/>
              </a:spcAft>
              <a:buSzPts val="1600"/>
              <a:buChar char="●"/>
              <a:defRPr/>
            </a:lvl7pPr>
            <a:lvl8pPr marL="3657600" lvl="7" indent="-330200" rtl="0">
              <a:spcBef>
                <a:spcPts val="1600"/>
              </a:spcBef>
              <a:spcAft>
                <a:spcPts val="0"/>
              </a:spcAft>
              <a:buSzPts val="1600"/>
              <a:buChar char="○"/>
              <a:defRPr/>
            </a:lvl8pPr>
            <a:lvl9pPr marL="4114800" lvl="8" indent="-330200" rtl="0">
              <a:spcBef>
                <a:spcPts val="1600"/>
              </a:spcBef>
              <a:spcAft>
                <a:spcPts val="1600"/>
              </a:spcAft>
              <a:buSzPts val="1600"/>
              <a:buChar char="■"/>
              <a:defRPr/>
            </a:lvl9pPr>
          </a:lstStyle>
          <a:p>
            <a:endParaRPr/>
          </a:p>
        </p:txBody>
      </p:sp>
      <p:sp>
        <p:nvSpPr>
          <p:cNvPr id="20" name="Google Shape;20;p5"/>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 name="Google Shape;21;p5"/>
          <p:cNvSpPr txBox="1">
            <a:spLocks noGrp="1"/>
          </p:cNvSpPr>
          <p:nvPr>
            <p:ph type="body" idx="2"/>
          </p:nvPr>
        </p:nvSpPr>
        <p:spPr>
          <a:xfrm>
            <a:off x="4851275" y="1932625"/>
            <a:ext cx="3163800" cy="2454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30200" rtl="0">
              <a:spcBef>
                <a:spcPts val="1600"/>
              </a:spcBef>
              <a:spcAft>
                <a:spcPts val="0"/>
              </a:spcAft>
              <a:buSzPts val="1600"/>
              <a:buChar char="○"/>
              <a:defRPr/>
            </a:lvl2pPr>
            <a:lvl3pPr marL="1371600" lvl="2" indent="-330200" rtl="0">
              <a:spcBef>
                <a:spcPts val="1600"/>
              </a:spcBef>
              <a:spcAft>
                <a:spcPts val="0"/>
              </a:spcAft>
              <a:buSzPts val="1600"/>
              <a:buChar char="■"/>
              <a:defRPr/>
            </a:lvl3pPr>
            <a:lvl4pPr marL="1828800" lvl="3" indent="-330200" rtl="0">
              <a:spcBef>
                <a:spcPts val="1600"/>
              </a:spcBef>
              <a:spcAft>
                <a:spcPts val="0"/>
              </a:spcAft>
              <a:buSzPts val="1600"/>
              <a:buChar char="●"/>
              <a:defRPr/>
            </a:lvl4pPr>
            <a:lvl5pPr marL="2286000" lvl="4" indent="-330200" rtl="0">
              <a:spcBef>
                <a:spcPts val="1600"/>
              </a:spcBef>
              <a:spcAft>
                <a:spcPts val="0"/>
              </a:spcAft>
              <a:buSzPts val="1600"/>
              <a:buChar char="○"/>
              <a:defRPr/>
            </a:lvl5pPr>
            <a:lvl6pPr marL="2743200" lvl="5" indent="-330200" rtl="0">
              <a:spcBef>
                <a:spcPts val="1600"/>
              </a:spcBef>
              <a:spcAft>
                <a:spcPts val="0"/>
              </a:spcAft>
              <a:buSzPts val="1600"/>
              <a:buChar char="■"/>
              <a:defRPr/>
            </a:lvl6pPr>
            <a:lvl7pPr marL="3200400" lvl="6" indent="-330200" rtl="0">
              <a:spcBef>
                <a:spcPts val="1600"/>
              </a:spcBef>
              <a:spcAft>
                <a:spcPts val="0"/>
              </a:spcAft>
              <a:buSzPts val="1600"/>
              <a:buChar char="●"/>
              <a:defRPr/>
            </a:lvl7pPr>
            <a:lvl8pPr marL="3657600" lvl="7" indent="-330200" rtl="0">
              <a:spcBef>
                <a:spcPts val="1600"/>
              </a:spcBef>
              <a:spcAft>
                <a:spcPts val="0"/>
              </a:spcAft>
              <a:buSzPts val="1600"/>
              <a:buChar char="○"/>
              <a:defRPr/>
            </a:lvl8pPr>
            <a:lvl9pPr marL="4114800" lvl="8" indent="-330200" rtl="0">
              <a:spcBef>
                <a:spcPts val="1600"/>
              </a:spcBef>
              <a:spcAft>
                <a:spcPts val="1600"/>
              </a:spcAft>
              <a:buSzPts val="1600"/>
              <a:buChar char="■"/>
              <a:defRPr/>
            </a:lvl9pPr>
          </a:lstStyle>
          <a:p>
            <a:endParaRPr/>
          </a:p>
        </p:txBody>
      </p:sp>
      <p:sp>
        <p:nvSpPr>
          <p:cNvPr id="22" name="Google Shape;22;p5"/>
          <p:cNvSpPr txBox="1">
            <a:spLocks noGrp="1"/>
          </p:cNvSpPr>
          <p:nvPr>
            <p:ph type="subTitle" idx="3"/>
          </p:nvPr>
        </p:nvSpPr>
        <p:spPr>
          <a:xfrm>
            <a:off x="1128925" y="1460875"/>
            <a:ext cx="2629200" cy="47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4"/>
              </a:buClr>
              <a:buSzPts val="1800"/>
              <a:buFont typeface="Staatliches"/>
              <a:buNone/>
              <a:defRPr sz="1800">
                <a:solidFill>
                  <a:schemeClr val="accent4"/>
                </a:solidFill>
                <a:latin typeface="Staatliches"/>
                <a:ea typeface="Staatliches"/>
                <a:cs typeface="Staatliches"/>
                <a:sym typeface="Staatliches"/>
              </a:defRPr>
            </a:lvl1pPr>
            <a:lvl2pPr lvl="1" algn="ctr" rtl="0">
              <a:lnSpc>
                <a:spcPct val="100000"/>
              </a:lnSpc>
              <a:spcBef>
                <a:spcPts val="0"/>
              </a:spcBef>
              <a:spcAft>
                <a:spcPts val="0"/>
              </a:spcAft>
              <a:buClr>
                <a:schemeClr val="accent4"/>
              </a:buClr>
              <a:buSzPts val="1800"/>
              <a:buNone/>
              <a:defRPr sz="1800">
                <a:solidFill>
                  <a:schemeClr val="accent4"/>
                </a:solidFill>
              </a:defRPr>
            </a:lvl2pPr>
            <a:lvl3pPr lvl="2" algn="ctr" rtl="0">
              <a:lnSpc>
                <a:spcPct val="100000"/>
              </a:lnSpc>
              <a:spcBef>
                <a:spcPts val="0"/>
              </a:spcBef>
              <a:spcAft>
                <a:spcPts val="0"/>
              </a:spcAft>
              <a:buClr>
                <a:schemeClr val="accent4"/>
              </a:buClr>
              <a:buSzPts val="1800"/>
              <a:buNone/>
              <a:defRPr sz="1800">
                <a:solidFill>
                  <a:schemeClr val="accent4"/>
                </a:solidFill>
              </a:defRPr>
            </a:lvl3pPr>
            <a:lvl4pPr lvl="3" algn="ctr" rtl="0">
              <a:lnSpc>
                <a:spcPct val="100000"/>
              </a:lnSpc>
              <a:spcBef>
                <a:spcPts val="0"/>
              </a:spcBef>
              <a:spcAft>
                <a:spcPts val="0"/>
              </a:spcAft>
              <a:buClr>
                <a:schemeClr val="accent4"/>
              </a:buClr>
              <a:buSzPts val="1800"/>
              <a:buNone/>
              <a:defRPr sz="1800">
                <a:solidFill>
                  <a:schemeClr val="accent4"/>
                </a:solidFill>
              </a:defRPr>
            </a:lvl4pPr>
            <a:lvl5pPr lvl="4" algn="ctr" rtl="0">
              <a:lnSpc>
                <a:spcPct val="100000"/>
              </a:lnSpc>
              <a:spcBef>
                <a:spcPts val="0"/>
              </a:spcBef>
              <a:spcAft>
                <a:spcPts val="0"/>
              </a:spcAft>
              <a:buClr>
                <a:schemeClr val="accent4"/>
              </a:buClr>
              <a:buSzPts val="1800"/>
              <a:buNone/>
              <a:defRPr sz="1800">
                <a:solidFill>
                  <a:schemeClr val="accent4"/>
                </a:solidFill>
              </a:defRPr>
            </a:lvl5pPr>
            <a:lvl6pPr lvl="5" algn="ctr" rtl="0">
              <a:lnSpc>
                <a:spcPct val="100000"/>
              </a:lnSpc>
              <a:spcBef>
                <a:spcPts val="0"/>
              </a:spcBef>
              <a:spcAft>
                <a:spcPts val="0"/>
              </a:spcAft>
              <a:buClr>
                <a:schemeClr val="accent4"/>
              </a:buClr>
              <a:buSzPts val="1800"/>
              <a:buNone/>
              <a:defRPr sz="1800">
                <a:solidFill>
                  <a:schemeClr val="accent4"/>
                </a:solidFill>
              </a:defRPr>
            </a:lvl6pPr>
            <a:lvl7pPr lvl="6" algn="ctr" rtl="0">
              <a:lnSpc>
                <a:spcPct val="100000"/>
              </a:lnSpc>
              <a:spcBef>
                <a:spcPts val="0"/>
              </a:spcBef>
              <a:spcAft>
                <a:spcPts val="0"/>
              </a:spcAft>
              <a:buClr>
                <a:schemeClr val="accent4"/>
              </a:buClr>
              <a:buSzPts val="1800"/>
              <a:buNone/>
              <a:defRPr sz="1800">
                <a:solidFill>
                  <a:schemeClr val="accent4"/>
                </a:solidFill>
              </a:defRPr>
            </a:lvl7pPr>
            <a:lvl8pPr lvl="7" algn="ctr" rtl="0">
              <a:lnSpc>
                <a:spcPct val="100000"/>
              </a:lnSpc>
              <a:spcBef>
                <a:spcPts val="0"/>
              </a:spcBef>
              <a:spcAft>
                <a:spcPts val="0"/>
              </a:spcAft>
              <a:buClr>
                <a:schemeClr val="accent4"/>
              </a:buClr>
              <a:buSzPts val="1800"/>
              <a:buNone/>
              <a:defRPr sz="1800">
                <a:solidFill>
                  <a:schemeClr val="accent4"/>
                </a:solidFill>
              </a:defRPr>
            </a:lvl8pPr>
            <a:lvl9pPr lvl="8" algn="ctr" rtl="0">
              <a:lnSpc>
                <a:spcPct val="100000"/>
              </a:lnSpc>
              <a:spcBef>
                <a:spcPts val="0"/>
              </a:spcBef>
              <a:spcAft>
                <a:spcPts val="0"/>
              </a:spcAft>
              <a:buClr>
                <a:schemeClr val="accent4"/>
              </a:buClr>
              <a:buSzPts val="1800"/>
              <a:buNone/>
              <a:defRPr sz="1800">
                <a:solidFill>
                  <a:schemeClr val="accent4"/>
                </a:solidFill>
              </a:defRPr>
            </a:lvl9pPr>
          </a:lstStyle>
          <a:p>
            <a:endParaRPr/>
          </a:p>
        </p:txBody>
      </p:sp>
      <p:sp>
        <p:nvSpPr>
          <p:cNvPr id="23" name="Google Shape;23;p5"/>
          <p:cNvSpPr txBox="1">
            <a:spLocks noGrp="1"/>
          </p:cNvSpPr>
          <p:nvPr>
            <p:ph type="subTitle" idx="4"/>
          </p:nvPr>
        </p:nvSpPr>
        <p:spPr>
          <a:xfrm>
            <a:off x="4851275" y="1460875"/>
            <a:ext cx="2629200" cy="47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4"/>
              </a:buClr>
              <a:buSzPts val="1800"/>
              <a:buFont typeface="Staatliches"/>
              <a:buNone/>
              <a:defRPr sz="1800">
                <a:solidFill>
                  <a:schemeClr val="accent4"/>
                </a:solidFill>
                <a:latin typeface="Staatliches"/>
                <a:ea typeface="Staatliches"/>
                <a:cs typeface="Staatliches"/>
                <a:sym typeface="Staatliches"/>
              </a:defRPr>
            </a:lvl1pPr>
            <a:lvl2pPr lvl="1" algn="ctr" rtl="0">
              <a:lnSpc>
                <a:spcPct val="100000"/>
              </a:lnSpc>
              <a:spcBef>
                <a:spcPts val="0"/>
              </a:spcBef>
              <a:spcAft>
                <a:spcPts val="0"/>
              </a:spcAft>
              <a:buClr>
                <a:schemeClr val="accent4"/>
              </a:buClr>
              <a:buSzPts val="1800"/>
              <a:buNone/>
              <a:defRPr sz="1800">
                <a:solidFill>
                  <a:schemeClr val="accent4"/>
                </a:solidFill>
              </a:defRPr>
            </a:lvl2pPr>
            <a:lvl3pPr lvl="2" algn="ctr" rtl="0">
              <a:lnSpc>
                <a:spcPct val="100000"/>
              </a:lnSpc>
              <a:spcBef>
                <a:spcPts val="0"/>
              </a:spcBef>
              <a:spcAft>
                <a:spcPts val="0"/>
              </a:spcAft>
              <a:buClr>
                <a:schemeClr val="accent4"/>
              </a:buClr>
              <a:buSzPts val="1800"/>
              <a:buNone/>
              <a:defRPr sz="1800">
                <a:solidFill>
                  <a:schemeClr val="accent4"/>
                </a:solidFill>
              </a:defRPr>
            </a:lvl3pPr>
            <a:lvl4pPr lvl="3" algn="ctr" rtl="0">
              <a:lnSpc>
                <a:spcPct val="100000"/>
              </a:lnSpc>
              <a:spcBef>
                <a:spcPts val="0"/>
              </a:spcBef>
              <a:spcAft>
                <a:spcPts val="0"/>
              </a:spcAft>
              <a:buClr>
                <a:schemeClr val="accent4"/>
              </a:buClr>
              <a:buSzPts val="1800"/>
              <a:buNone/>
              <a:defRPr sz="1800">
                <a:solidFill>
                  <a:schemeClr val="accent4"/>
                </a:solidFill>
              </a:defRPr>
            </a:lvl4pPr>
            <a:lvl5pPr lvl="4" algn="ctr" rtl="0">
              <a:lnSpc>
                <a:spcPct val="100000"/>
              </a:lnSpc>
              <a:spcBef>
                <a:spcPts val="0"/>
              </a:spcBef>
              <a:spcAft>
                <a:spcPts val="0"/>
              </a:spcAft>
              <a:buClr>
                <a:schemeClr val="accent4"/>
              </a:buClr>
              <a:buSzPts val="1800"/>
              <a:buNone/>
              <a:defRPr sz="1800">
                <a:solidFill>
                  <a:schemeClr val="accent4"/>
                </a:solidFill>
              </a:defRPr>
            </a:lvl5pPr>
            <a:lvl6pPr lvl="5" algn="ctr" rtl="0">
              <a:lnSpc>
                <a:spcPct val="100000"/>
              </a:lnSpc>
              <a:spcBef>
                <a:spcPts val="0"/>
              </a:spcBef>
              <a:spcAft>
                <a:spcPts val="0"/>
              </a:spcAft>
              <a:buClr>
                <a:schemeClr val="accent4"/>
              </a:buClr>
              <a:buSzPts val="1800"/>
              <a:buNone/>
              <a:defRPr sz="1800">
                <a:solidFill>
                  <a:schemeClr val="accent4"/>
                </a:solidFill>
              </a:defRPr>
            </a:lvl6pPr>
            <a:lvl7pPr lvl="6" algn="ctr" rtl="0">
              <a:lnSpc>
                <a:spcPct val="100000"/>
              </a:lnSpc>
              <a:spcBef>
                <a:spcPts val="0"/>
              </a:spcBef>
              <a:spcAft>
                <a:spcPts val="0"/>
              </a:spcAft>
              <a:buClr>
                <a:schemeClr val="accent4"/>
              </a:buClr>
              <a:buSzPts val="1800"/>
              <a:buNone/>
              <a:defRPr sz="1800">
                <a:solidFill>
                  <a:schemeClr val="accent4"/>
                </a:solidFill>
              </a:defRPr>
            </a:lvl7pPr>
            <a:lvl8pPr lvl="7" algn="ctr" rtl="0">
              <a:lnSpc>
                <a:spcPct val="100000"/>
              </a:lnSpc>
              <a:spcBef>
                <a:spcPts val="0"/>
              </a:spcBef>
              <a:spcAft>
                <a:spcPts val="0"/>
              </a:spcAft>
              <a:buClr>
                <a:schemeClr val="accent4"/>
              </a:buClr>
              <a:buSzPts val="1800"/>
              <a:buNone/>
              <a:defRPr sz="1800">
                <a:solidFill>
                  <a:schemeClr val="accent4"/>
                </a:solidFill>
              </a:defRPr>
            </a:lvl8pPr>
            <a:lvl9pPr lvl="8" algn="ctr" rtl="0">
              <a:lnSpc>
                <a:spcPct val="100000"/>
              </a:lnSpc>
              <a:spcBef>
                <a:spcPts val="0"/>
              </a:spcBef>
              <a:spcAft>
                <a:spcPts val="0"/>
              </a:spcAft>
              <a:buClr>
                <a:schemeClr val="accent4"/>
              </a:buClr>
              <a:buSzPts val="1800"/>
              <a:buNone/>
              <a:defRPr sz="1800">
                <a:solidFill>
                  <a:schemeClr val="accent4"/>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5455225" y="1247400"/>
            <a:ext cx="2808000" cy="15249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8" name="Google Shape;28;p7"/>
          <p:cNvSpPr txBox="1">
            <a:spLocks noGrp="1"/>
          </p:cNvSpPr>
          <p:nvPr>
            <p:ph type="body" idx="1"/>
          </p:nvPr>
        </p:nvSpPr>
        <p:spPr>
          <a:xfrm>
            <a:off x="5455225" y="2850600"/>
            <a:ext cx="2540700" cy="10455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1878450" y="421150"/>
            <a:ext cx="5387100" cy="16812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32"/>
        <p:cNvGrpSpPr/>
        <p:nvPr/>
      </p:nvGrpSpPr>
      <p:grpSpPr>
        <a:xfrm>
          <a:off x="0" y="0"/>
          <a:ext cx="0" cy="0"/>
          <a:chOff x="0" y="0"/>
          <a:chExt cx="0" cy="0"/>
        </a:xfrm>
      </p:grpSpPr>
      <p:sp>
        <p:nvSpPr>
          <p:cNvPr id="33" name="Google Shape;33;p9"/>
          <p:cNvSpPr txBox="1">
            <a:spLocks noGrp="1"/>
          </p:cNvSpPr>
          <p:nvPr>
            <p:ph type="subTitle" idx="1"/>
          </p:nvPr>
        </p:nvSpPr>
        <p:spPr>
          <a:xfrm>
            <a:off x="1106450" y="1460875"/>
            <a:ext cx="2629200" cy="4716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accent4"/>
              </a:buClr>
              <a:buSzPts val="1800"/>
              <a:buFont typeface="Staatliches"/>
              <a:buNone/>
              <a:defRPr sz="1800">
                <a:solidFill>
                  <a:schemeClr val="accent4"/>
                </a:solidFill>
                <a:latin typeface="Staatliches"/>
                <a:ea typeface="Staatliches"/>
                <a:cs typeface="Staatliches"/>
                <a:sym typeface="Staatliches"/>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9"/>
          <p:cNvSpPr txBox="1">
            <a:spLocks noGrp="1"/>
          </p:cNvSpPr>
          <p:nvPr>
            <p:ph type="body" idx="2"/>
          </p:nvPr>
        </p:nvSpPr>
        <p:spPr>
          <a:xfrm>
            <a:off x="1106450" y="1899875"/>
            <a:ext cx="3620100" cy="2486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a:endParaRPr/>
          </a:p>
        </p:txBody>
      </p:sp>
      <p:sp>
        <p:nvSpPr>
          <p:cNvPr id="35" name="Google Shape;35;p9"/>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10"/>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38"/>
        <p:cNvGrpSpPr/>
        <p:nvPr/>
      </p:nvGrpSpPr>
      <p:grpSpPr>
        <a:xfrm>
          <a:off x="0" y="0"/>
          <a:ext cx="0" cy="0"/>
          <a:chOff x="0" y="0"/>
          <a:chExt cx="0" cy="0"/>
        </a:xfrm>
      </p:grpSpPr>
      <p:sp>
        <p:nvSpPr>
          <p:cNvPr id="39" name="Google Shape;39;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 name="Google Shape;40;p11"/>
          <p:cNvSpPr txBox="1">
            <a:spLocks noGrp="1"/>
          </p:cNvSpPr>
          <p:nvPr>
            <p:ph type="body" idx="1"/>
          </p:nvPr>
        </p:nvSpPr>
        <p:spPr>
          <a:xfrm>
            <a:off x="311700" y="3052425"/>
            <a:ext cx="8520600" cy="1300800"/>
          </a:xfrm>
          <a:prstGeom prst="rect">
            <a:avLst/>
          </a:prstGeom>
        </p:spPr>
        <p:txBody>
          <a:bodyPr spcFirstLastPara="1" wrap="square" lIns="91425" tIns="91425" rIns="91425" bIns="91425" anchor="t" anchorCtr="0">
            <a:noAutofit/>
          </a:bodyPr>
          <a:lstStyle>
            <a:lvl1pPr marL="457200" lvl="0" indent="-330200" algn="ctr">
              <a:spcBef>
                <a:spcPts val="0"/>
              </a:spcBef>
              <a:spcAft>
                <a:spcPts val="0"/>
              </a:spcAft>
              <a:buSzPts val="1600"/>
              <a:buChar char="●"/>
              <a:defRPr/>
            </a:lvl1pPr>
            <a:lvl2pPr marL="914400" lvl="1" indent="-342900" algn="ctr">
              <a:spcBef>
                <a:spcPts val="1600"/>
              </a:spcBef>
              <a:spcAft>
                <a:spcPts val="0"/>
              </a:spcAft>
              <a:buSzPts val="1800"/>
              <a:buChar char="○"/>
              <a:defRPr sz="1800"/>
            </a:lvl2pPr>
            <a:lvl3pPr marL="1371600" lvl="2" indent="-342900" algn="ctr">
              <a:spcBef>
                <a:spcPts val="1600"/>
              </a:spcBef>
              <a:spcAft>
                <a:spcPts val="0"/>
              </a:spcAft>
              <a:buSzPts val="1800"/>
              <a:buChar char="■"/>
              <a:defRPr sz="1800"/>
            </a:lvl3pPr>
            <a:lvl4pPr marL="1828800" lvl="3" indent="-342900" algn="ctr">
              <a:spcBef>
                <a:spcPts val="1600"/>
              </a:spcBef>
              <a:spcAft>
                <a:spcPts val="0"/>
              </a:spcAft>
              <a:buSzPts val="1800"/>
              <a:buChar char="●"/>
              <a:defRPr sz="1800"/>
            </a:lvl4pPr>
            <a:lvl5pPr marL="2286000" lvl="4" indent="-342900" algn="ctr">
              <a:spcBef>
                <a:spcPts val="1600"/>
              </a:spcBef>
              <a:spcAft>
                <a:spcPts val="0"/>
              </a:spcAft>
              <a:buSzPts val="1800"/>
              <a:buChar char="○"/>
              <a:defRPr sz="1800"/>
            </a:lvl5pPr>
            <a:lvl6pPr marL="2743200" lvl="5" indent="-342900" algn="ctr">
              <a:spcBef>
                <a:spcPts val="1600"/>
              </a:spcBef>
              <a:spcAft>
                <a:spcPts val="0"/>
              </a:spcAft>
              <a:buSzPts val="1800"/>
              <a:buChar char="■"/>
              <a:defRPr sz="1800"/>
            </a:lvl6pPr>
            <a:lvl7pPr marL="3200400" lvl="6" indent="-342900" algn="ctr">
              <a:spcBef>
                <a:spcPts val="1600"/>
              </a:spcBef>
              <a:spcAft>
                <a:spcPts val="0"/>
              </a:spcAft>
              <a:buSzPts val="1800"/>
              <a:buChar char="●"/>
              <a:defRPr sz="1800"/>
            </a:lvl7pPr>
            <a:lvl8pPr marL="3657600" lvl="7" indent="-342900" algn="ctr">
              <a:spcBef>
                <a:spcPts val="1600"/>
              </a:spcBef>
              <a:spcAft>
                <a:spcPts val="0"/>
              </a:spcAft>
              <a:buSzPts val="1800"/>
              <a:buChar char="○"/>
              <a:defRPr sz="1800"/>
            </a:lvl8pPr>
            <a:lvl9pPr marL="4114800" lvl="8" indent="-342900" algn="ctr">
              <a:spcBef>
                <a:spcPts val="1600"/>
              </a:spcBef>
              <a:spcAft>
                <a:spcPts val="1600"/>
              </a:spcAft>
              <a:buSzPts val="1800"/>
              <a:buChar char="■"/>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Bullet Points">
  <p:cSld name="TITLE_AND_BODY_2">
    <p:bg>
      <p:bgPr>
        <a:blipFill>
          <a:blip r:embed="rId2">
            <a:alphaModFix/>
          </a:blip>
          <a:stretch>
            <a:fillRect/>
          </a:stretch>
        </a:blipFill>
        <a:effectLst/>
      </p:bgPr>
    </p:bg>
    <p:spTree>
      <p:nvGrpSpPr>
        <p:cNvPr id="1" name="Shape 42"/>
        <p:cNvGrpSpPr/>
        <p:nvPr/>
      </p:nvGrpSpPr>
      <p:grpSpPr>
        <a:xfrm>
          <a:off x="0" y="0"/>
          <a:ext cx="0" cy="0"/>
          <a:chOff x="0" y="0"/>
          <a:chExt cx="0" cy="0"/>
        </a:xfrm>
      </p:grpSpPr>
      <p:sp>
        <p:nvSpPr>
          <p:cNvPr id="43" name="Google Shape;43;p13"/>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4" name="Google Shape;44;p13"/>
          <p:cNvSpPr txBox="1">
            <a:spLocks noGrp="1"/>
          </p:cNvSpPr>
          <p:nvPr>
            <p:ph type="body" idx="1"/>
          </p:nvPr>
        </p:nvSpPr>
        <p:spPr>
          <a:xfrm>
            <a:off x="749875" y="995575"/>
            <a:ext cx="6773400" cy="3018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sz="1300"/>
            </a:lvl1pPr>
            <a:lvl2pPr marL="914400" lvl="1" indent="-311150" rtl="0">
              <a:spcBef>
                <a:spcPts val="1600"/>
              </a:spcBef>
              <a:spcAft>
                <a:spcPts val="0"/>
              </a:spcAft>
              <a:buSzPts val="1300"/>
              <a:buChar char="○"/>
              <a:defRPr sz="1300"/>
            </a:lvl2pPr>
            <a:lvl3pPr marL="1371600" lvl="2" indent="-311150" rtl="0">
              <a:spcBef>
                <a:spcPts val="1600"/>
              </a:spcBef>
              <a:spcAft>
                <a:spcPts val="0"/>
              </a:spcAft>
              <a:buSzPts val="1300"/>
              <a:buChar char="■"/>
              <a:defRPr sz="1300"/>
            </a:lvl3pPr>
            <a:lvl4pPr marL="1828800" lvl="3" indent="-311150" rtl="0">
              <a:spcBef>
                <a:spcPts val="1600"/>
              </a:spcBef>
              <a:spcAft>
                <a:spcPts val="0"/>
              </a:spcAft>
              <a:buSzPts val="1300"/>
              <a:buChar char="●"/>
              <a:defRPr sz="1300"/>
            </a:lvl4pPr>
            <a:lvl5pPr marL="2286000" lvl="4" indent="-311150" rtl="0">
              <a:spcBef>
                <a:spcPts val="1600"/>
              </a:spcBef>
              <a:spcAft>
                <a:spcPts val="0"/>
              </a:spcAft>
              <a:buSzPts val="1300"/>
              <a:buChar char="○"/>
              <a:defRPr sz="1300"/>
            </a:lvl5pPr>
            <a:lvl6pPr marL="2743200" lvl="5" indent="-311150" rtl="0">
              <a:spcBef>
                <a:spcPts val="1600"/>
              </a:spcBef>
              <a:spcAft>
                <a:spcPts val="0"/>
              </a:spcAft>
              <a:buSzPts val="1300"/>
              <a:buChar char="■"/>
              <a:defRPr sz="1300"/>
            </a:lvl6pPr>
            <a:lvl7pPr marL="3200400" lvl="6" indent="-311150" rtl="0">
              <a:spcBef>
                <a:spcPts val="1600"/>
              </a:spcBef>
              <a:spcAft>
                <a:spcPts val="0"/>
              </a:spcAft>
              <a:buSzPts val="1300"/>
              <a:buChar char="●"/>
              <a:defRPr sz="1300"/>
            </a:lvl7pPr>
            <a:lvl8pPr marL="3657600" lvl="7" indent="-311150" rtl="0">
              <a:spcBef>
                <a:spcPts val="1600"/>
              </a:spcBef>
              <a:spcAft>
                <a:spcPts val="0"/>
              </a:spcAft>
              <a:buSzPts val="1300"/>
              <a:buChar char="○"/>
              <a:defRPr sz="1300"/>
            </a:lvl8pPr>
            <a:lvl9pPr marL="4114800" lvl="8" indent="-311150" rtl="0">
              <a:spcBef>
                <a:spcPts val="1600"/>
              </a:spcBef>
              <a:spcAft>
                <a:spcPts val="1600"/>
              </a:spcAft>
              <a:buSzPts val="1300"/>
              <a:buChar char="■"/>
              <a:defRPr sz="13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ITLE_AND_BODY_1_1_2_1">
    <p:bg>
      <p:bgPr>
        <a:blipFill>
          <a:blip r:embed="rId2">
            <a:alphaModFix/>
          </a:blip>
          <a:stretch>
            <a:fillRect/>
          </a:stretch>
        </a:blipFill>
        <a:effectLst/>
      </p:bgPr>
    </p:bg>
    <p:spTree>
      <p:nvGrpSpPr>
        <p:cNvPr id="1" name="Shape 45"/>
        <p:cNvGrpSpPr/>
        <p:nvPr/>
      </p:nvGrpSpPr>
      <p:grpSpPr>
        <a:xfrm>
          <a:off x="0" y="0"/>
          <a:ext cx="0" cy="0"/>
          <a:chOff x="0" y="0"/>
          <a:chExt cx="0" cy="0"/>
        </a:xfrm>
      </p:grpSpPr>
      <p:sp>
        <p:nvSpPr>
          <p:cNvPr id="46" name="Google Shape;46;p14"/>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7" name="Google Shape;47;p14"/>
          <p:cNvSpPr txBox="1">
            <a:spLocks noGrp="1"/>
          </p:cNvSpPr>
          <p:nvPr>
            <p:ph type="title" idx="2"/>
          </p:nvPr>
        </p:nvSpPr>
        <p:spPr>
          <a:xfrm>
            <a:off x="1302979" y="2124375"/>
            <a:ext cx="18894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2000"/>
              <a:buNone/>
              <a:defRPr sz="2000">
                <a:solidFill>
                  <a:schemeClr val="accent4"/>
                </a:solidFill>
              </a:defRPr>
            </a:lvl1pPr>
            <a:lvl2pPr lvl="1" algn="ctr" rtl="0">
              <a:spcBef>
                <a:spcPts val="0"/>
              </a:spcBef>
              <a:spcAft>
                <a:spcPts val="0"/>
              </a:spcAft>
              <a:buClr>
                <a:schemeClr val="accent4"/>
              </a:buClr>
              <a:buSzPts val="2000"/>
              <a:buNone/>
              <a:defRPr sz="2000">
                <a:solidFill>
                  <a:schemeClr val="accent4"/>
                </a:solidFill>
              </a:defRPr>
            </a:lvl2pPr>
            <a:lvl3pPr lvl="2" algn="ctr" rtl="0">
              <a:spcBef>
                <a:spcPts val="0"/>
              </a:spcBef>
              <a:spcAft>
                <a:spcPts val="0"/>
              </a:spcAft>
              <a:buClr>
                <a:schemeClr val="accent4"/>
              </a:buClr>
              <a:buSzPts val="2000"/>
              <a:buNone/>
              <a:defRPr sz="2000">
                <a:solidFill>
                  <a:schemeClr val="accent4"/>
                </a:solidFill>
              </a:defRPr>
            </a:lvl3pPr>
            <a:lvl4pPr lvl="3" algn="ctr" rtl="0">
              <a:spcBef>
                <a:spcPts val="0"/>
              </a:spcBef>
              <a:spcAft>
                <a:spcPts val="0"/>
              </a:spcAft>
              <a:buClr>
                <a:schemeClr val="accent4"/>
              </a:buClr>
              <a:buSzPts val="2000"/>
              <a:buNone/>
              <a:defRPr sz="2000">
                <a:solidFill>
                  <a:schemeClr val="accent4"/>
                </a:solidFill>
              </a:defRPr>
            </a:lvl4pPr>
            <a:lvl5pPr lvl="4" algn="ctr" rtl="0">
              <a:spcBef>
                <a:spcPts val="0"/>
              </a:spcBef>
              <a:spcAft>
                <a:spcPts val="0"/>
              </a:spcAft>
              <a:buClr>
                <a:schemeClr val="accent4"/>
              </a:buClr>
              <a:buSzPts val="2000"/>
              <a:buNone/>
              <a:defRPr sz="2000">
                <a:solidFill>
                  <a:schemeClr val="accent4"/>
                </a:solidFill>
              </a:defRPr>
            </a:lvl5pPr>
            <a:lvl6pPr lvl="5" algn="ctr" rtl="0">
              <a:spcBef>
                <a:spcPts val="0"/>
              </a:spcBef>
              <a:spcAft>
                <a:spcPts val="0"/>
              </a:spcAft>
              <a:buClr>
                <a:schemeClr val="accent4"/>
              </a:buClr>
              <a:buSzPts val="2000"/>
              <a:buNone/>
              <a:defRPr sz="2000">
                <a:solidFill>
                  <a:schemeClr val="accent4"/>
                </a:solidFill>
              </a:defRPr>
            </a:lvl6pPr>
            <a:lvl7pPr lvl="6" algn="ctr" rtl="0">
              <a:spcBef>
                <a:spcPts val="0"/>
              </a:spcBef>
              <a:spcAft>
                <a:spcPts val="0"/>
              </a:spcAft>
              <a:buClr>
                <a:schemeClr val="accent4"/>
              </a:buClr>
              <a:buSzPts val="2000"/>
              <a:buNone/>
              <a:defRPr sz="2000">
                <a:solidFill>
                  <a:schemeClr val="accent4"/>
                </a:solidFill>
              </a:defRPr>
            </a:lvl7pPr>
            <a:lvl8pPr lvl="7" algn="ctr" rtl="0">
              <a:spcBef>
                <a:spcPts val="0"/>
              </a:spcBef>
              <a:spcAft>
                <a:spcPts val="0"/>
              </a:spcAft>
              <a:buClr>
                <a:schemeClr val="accent4"/>
              </a:buClr>
              <a:buSzPts val="2000"/>
              <a:buNone/>
              <a:defRPr sz="2000">
                <a:solidFill>
                  <a:schemeClr val="accent4"/>
                </a:solidFill>
              </a:defRPr>
            </a:lvl8pPr>
            <a:lvl9pPr lvl="8" algn="ctr" rtl="0">
              <a:spcBef>
                <a:spcPts val="0"/>
              </a:spcBef>
              <a:spcAft>
                <a:spcPts val="0"/>
              </a:spcAft>
              <a:buClr>
                <a:schemeClr val="accent4"/>
              </a:buClr>
              <a:buSzPts val="2000"/>
              <a:buNone/>
              <a:defRPr sz="2000">
                <a:solidFill>
                  <a:schemeClr val="accent4"/>
                </a:solidFill>
              </a:defRPr>
            </a:lvl9pPr>
          </a:lstStyle>
          <a:p>
            <a:endParaRPr/>
          </a:p>
        </p:txBody>
      </p:sp>
      <p:sp>
        <p:nvSpPr>
          <p:cNvPr id="48" name="Google Shape;48;p14"/>
          <p:cNvSpPr txBox="1">
            <a:spLocks noGrp="1"/>
          </p:cNvSpPr>
          <p:nvPr>
            <p:ph type="subTitle" idx="1"/>
          </p:nvPr>
        </p:nvSpPr>
        <p:spPr>
          <a:xfrm>
            <a:off x="1302975" y="2444974"/>
            <a:ext cx="1889400" cy="78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49" name="Google Shape;49;p14"/>
          <p:cNvSpPr txBox="1">
            <a:spLocks noGrp="1"/>
          </p:cNvSpPr>
          <p:nvPr>
            <p:ph type="title" idx="3"/>
          </p:nvPr>
        </p:nvSpPr>
        <p:spPr>
          <a:xfrm>
            <a:off x="3627304" y="2124375"/>
            <a:ext cx="18894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2000"/>
              <a:buNone/>
              <a:defRPr sz="2000">
                <a:solidFill>
                  <a:schemeClr val="accent4"/>
                </a:solidFill>
              </a:defRPr>
            </a:lvl1pPr>
            <a:lvl2pPr lvl="1" algn="ctr" rtl="0">
              <a:spcBef>
                <a:spcPts val="0"/>
              </a:spcBef>
              <a:spcAft>
                <a:spcPts val="0"/>
              </a:spcAft>
              <a:buClr>
                <a:schemeClr val="accent4"/>
              </a:buClr>
              <a:buSzPts val="2000"/>
              <a:buNone/>
              <a:defRPr sz="2000">
                <a:solidFill>
                  <a:schemeClr val="accent4"/>
                </a:solidFill>
              </a:defRPr>
            </a:lvl2pPr>
            <a:lvl3pPr lvl="2" algn="ctr" rtl="0">
              <a:spcBef>
                <a:spcPts val="0"/>
              </a:spcBef>
              <a:spcAft>
                <a:spcPts val="0"/>
              </a:spcAft>
              <a:buClr>
                <a:schemeClr val="accent4"/>
              </a:buClr>
              <a:buSzPts val="2000"/>
              <a:buNone/>
              <a:defRPr sz="2000">
                <a:solidFill>
                  <a:schemeClr val="accent4"/>
                </a:solidFill>
              </a:defRPr>
            </a:lvl3pPr>
            <a:lvl4pPr lvl="3" algn="ctr" rtl="0">
              <a:spcBef>
                <a:spcPts val="0"/>
              </a:spcBef>
              <a:spcAft>
                <a:spcPts val="0"/>
              </a:spcAft>
              <a:buClr>
                <a:schemeClr val="accent4"/>
              </a:buClr>
              <a:buSzPts val="2000"/>
              <a:buNone/>
              <a:defRPr sz="2000">
                <a:solidFill>
                  <a:schemeClr val="accent4"/>
                </a:solidFill>
              </a:defRPr>
            </a:lvl4pPr>
            <a:lvl5pPr lvl="4" algn="ctr" rtl="0">
              <a:spcBef>
                <a:spcPts val="0"/>
              </a:spcBef>
              <a:spcAft>
                <a:spcPts val="0"/>
              </a:spcAft>
              <a:buClr>
                <a:schemeClr val="accent4"/>
              </a:buClr>
              <a:buSzPts val="2000"/>
              <a:buNone/>
              <a:defRPr sz="2000">
                <a:solidFill>
                  <a:schemeClr val="accent4"/>
                </a:solidFill>
              </a:defRPr>
            </a:lvl5pPr>
            <a:lvl6pPr lvl="5" algn="ctr" rtl="0">
              <a:spcBef>
                <a:spcPts val="0"/>
              </a:spcBef>
              <a:spcAft>
                <a:spcPts val="0"/>
              </a:spcAft>
              <a:buClr>
                <a:schemeClr val="accent4"/>
              </a:buClr>
              <a:buSzPts val="2000"/>
              <a:buNone/>
              <a:defRPr sz="2000">
                <a:solidFill>
                  <a:schemeClr val="accent4"/>
                </a:solidFill>
              </a:defRPr>
            </a:lvl6pPr>
            <a:lvl7pPr lvl="6" algn="ctr" rtl="0">
              <a:spcBef>
                <a:spcPts val="0"/>
              </a:spcBef>
              <a:spcAft>
                <a:spcPts val="0"/>
              </a:spcAft>
              <a:buClr>
                <a:schemeClr val="accent4"/>
              </a:buClr>
              <a:buSzPts val="2000"/>
              <a:buNone/>
              <a:defRPr sz="2000">
                <a:solidFill>
                  <a:schemeClr val="accent4"/>
                </a:solidFill>
              </a:defRPr>
            </a:lvl7pPr>
            <a:lvl8pPr lvl="7" algn="ctr" rtl="0">
              <a:spcBef>
                <a:spcPts val="0"/>
              </a:spcBef>
              <a:spcAft>
                <a:spcPts val="0"/>
              </a:spcAft>
              <a:buClr>
                <a:schemeClr val="accent4"/>
              </a:buClr>
              <a:buSzPts val="2000"/>
              <a:buNone/>
              <a:defRPr sz="2000">
                <a:solidFill>
                  <a:schemeClr val="accent4"/>
                </a:solidFill>
              </a:defRPr>
            </a:lvl8pPr>
            <a:lvl9pPr lvl="8" algn="ctr" rtl="0">
              <a:spcBef>
                <a:spcPts val="0"/>
              </a:spcBef>
              <a:spcAft>
                <a:spcPts val="0"/>
              </a:spcAft>
              <a:buClr>
                <a:schemeClr val="accent4"/>
              </a:buClr>
              <a:buSzPts val="2000"/>
              <a:buNone/>
              <a:defRPr sz="2000">
                <a:solidFill>
                  <a:schemeClr val="accent4"/>
                </a:solidFill>
              </a:defRPr>
            </a:lvl9pPr>
          </a:lstStyle>
          <a:p>
            <a:endParaRPr/>
          </a:p>
        </p:txBody>
      </p:sp>
      <p:sp>
        <p:nvSpPr>
          <p:cNvPr id="50" name="Google Shape;50;p14"/>
          <p:cNvSpPr txBox="1">
            <a:spLocks noGrp="1"/>
          </p:cNvSpPr>
          <p:nvPr>
            <p:ph type="subTitle" idx="4"/>
          </p:nvPr>
        </p:nvSpPr>
        <p:spPr>
          <a:xfrm>
            <a:off x="3627300" y="2444974"/>
            <a:ext cx="1889400" cy="78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51" name="Google Shape;51;p14"/>
          <p:cNvSpPr txBox="1">
            <a:spLocks noGrp="1"/>
          </p:cNvSpPr>
          <p:nvPr>
            <p:ph type="title" idx="5"/>
          </p:nvPr>
        </p:nvSpPr>
        <p:spPr>
          <a:xfrm>
            <a:off x="5951629" y="2124375"/>
            <a:ext cx="18894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2000"/>
              <a:buNone/>
              <a:defRPr sz="2000">
                <a:solidFill>
                  <a:schemeClr val="accent4"/>
                </a:solidFill>
              </a:defRPr>
            </a:lvl1pPr>
            <a:lvl2pPr lvl="1" algn="ctr" rtl="0">
              <a:spcBef>
                <a:spcPts val="0"/>
              </a:spcBef>
              <a:spcAft>
                <a:spcPts val="0"/>
              </a:spcAft>
              <a:buClr>
                <a:schemeClr val="accent4"/>
              </a:buClr>
              <a:buSzPts val="2000"/>
              <a:buNone/>
              <a:defRPr sz="2000">
                <a:solidFill>
                  <a:schemeClr val="accent4"/>
                </a:solidFill>
              </a:defRPr>
            </a:lvl2pPr>
            <a:lvl3pPr lvl="2" algn="ctr" rtl="0">
              <a:spcBef>
                <a:spcPts val="0"/>
              </a:spcBef>
              <a:spcAft>
                <a:spcPts val="0"/>
              </a:spcAft>
              <a:buClr>
                <a:schemeClr val="accent4"/>
              </a:buClr>
              <a:buSzPts val="2000"/>
              <a:buNone/>
              <a:defRPr sz="2000">
                <a:solidFill>
                  <a:schemeClr val="accent4"/>
                </a:solidFill>
              </a:defRPr>
            </a:lvl3pPr>
            <a:lvl4pPr lvl="3" algn="ctr" rtl="0">
              <a:spcBef>
                <a:spcPts val="0"/>
              </a:spcBef>
              <a:spcAft>
                <a:spcPts val="0"/>
              </a:spcAft>
              <a:buClr>
                <a:schemeClr val="accent4"/>
              </a:buClr>
              <a:buSzPts val="2000"/>
              <a:buNone/>
              <a:defRPr sz="2000">
                <a:solidFill>
                  <a:schemeClr val="accent4"/>
                </a:solidFill>
              </a:defRPr>
            </a:lvl4pPr>
            <a:lvl5pPr lvl="4" algn="ctr" rtl="0">
              <a:spcBef>
                <a:spcPts val="0"/>
              </a:spcBef>
              <a:spcAft>
                <a:spcPts val="0"/>
              </a:spcAft>
              <a:buClr>
                <a:schemeClr val="accent4"/>
              </a:buClr>
              <a:buSzPts val="2000"/>
              <a:buNone/>
              <a:defRPr sz="2000">
                <a:solidFill>
                  <a:schemeClr val="accent4"/>
                </a:solidFill>
              </a:defRPr>
            </a:lvl5pPr>
            <a:lvl6pPr lvl="5" algn="ctr" rtl="0">
              <a:spcBef>
                <a:spcPts val="0"/>
              </a:spcBef>
              <a:spcAft>
                <a:spcPts val="0"/>
              </a:spcAft>
              <a:buClr>
                <a:schemeClr val="accent4"/>
              </a:buClr>
              <a:buSzPts val="2000"/>
              <a:buNone/>
              <a:defRPr sz="2000">
                <a:solidFill>
                  <a:schemeClr val="accent4"/>
                </a:solidFill>
              </a:defRPr>
            </a:lvl6pPr>
            <a:lvl7pPr lvl="6" algn="ctr" rtl="0">
              <a:spcBef>
                <a:spcPts val="0"/>
              </a:spcBef>
              <a:spcAft>
                <a:spcPts val="0"/>
              </a:spcAft>
              <a:buClr>
                <a:schemeClr val="accent4"/>
              </a:buClr>
              <a:buSzPts val="2000"/>
              <a:buNone/>
              <a:defRPr sz="2000">
                <a:solidFill>
                  <a:schemeClr val="accent4"/>
                </a:solidFill>
              </a:defRPr>
            </a:lvl7pPr>
            <a:lvl8pPr lvl="7" algn="ctr" rtl="0">
              <a:spcBef>
                <a:spcPts val="0"/>
              </a:spcBef>
              <a:spcAft>
                <a:spcPts val="0"/>
              </a:spcAft>
              <a:buClr>
                <a:schemeClr val="accent4"/>
              </a:buClr>
              <a:buSzPts val="2000"/>
              <a:buNone/>
              <a:defRPr sz="2000">
                <a:solidFill>
                  <a:schemeClr val="accent4"/>
                </a:solidFill>
              </a:defRPr>
            </a:lvl8pPr>
            <a:lvl9pPr lvl="8" algn="ctr" rtl="0">
              <a:spcBef>
                <a:spcPts val="0"/>
              </a:spcBef>
              <a:spcAft>
                <a:spcPts val="0"/>
              </a:spcAft>
              <a:buClr>
                <a:schemeClr val="accent4"/>
              </a:buClr>
              <a:buSzPts val="2000"/>
              <a:buNone/>
              <a:defRPr sz="2000">
                <a:solidFill>
                  <a:schemeClr val="accent4"/>
                </a:solidFill>
              </a:defRPr>
            </a:lvl9pPr>
          </a:lstStyle>
          <a:p>
            <a:endParaRPr/>
          </a:p>
        </p:txBody>
      </p:sp>
      <p:sp>
        <p:nvSpPr>
          <p:cNvPr id="52" name="Google Shape;52;p14"/>
          <p:cNvSpPr txBox="1">
            <a:spLocks noGrp="1"/>
          </p:cNvSpPr>
          <p:nvPr>
            <p:ph type="subTitle" idx="6"/>
          </p:nvPr>
        </p:nvSpPr>
        <p:spPr>
          <a:xfrm>
            <a:off x="5951625" y="2444974"/>
            <a:ext cx="1889400" cy="78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53" name="Google Shape;53;p14"/>
          <p:cNvSpPr txBox="1">
            <a:spLocks noGrp="1"/>
          </p:cNvSpPr>
          <p:nvPr>
            <p:ph type="title" idx="7" hasCustomPrompt="1"/>
          </p:nvPr>
        </p:nvSpPr>
        <p:spPr>
          <a:xfrm>
            <a:off x="1576725" y="1434550"/>
            <a:ext cx="1341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54" name="Google Shape;54;p14"/>
          <p:cNvSpPr txBox="1">
            <a:spLocks noGrp="1"/>
          </p:cNvSpPr>
          <p:nvPr>
            <p:ph type="title" idx="8" hasCustomPrompt="1"/>
          </p:nvPr>
        </p:nvSpPr>
        <p:spPr>
          <a:xfrm>
            <a:off x="3901050" y="1434550"/>
            <a:ext cx="1341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55" name="Google Shape;55;p14"/>
          <p:cNvSpPr txBox="1">
            <a:spLocks noGrp="1"/>
          </p:cNvSpPr>
          <p:nvPr>
            <p:ph type="title" idx="9" hasCustomPrompt="1"/>
          </p:nvPr>
        </p:nvSpPr>
        <p:spPr>
          <a:xfrm>
            <a:off x="6225375" y="1434550"/>
            <a:ext cx="1341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Text">
  <p:cSld name="SECTION_HEADER_1">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15"/>
          <p:cNvSpPr txBox="1">
            <a:spLocks noGrp="1"/>
          </p:cNvSpPr>
          <p:nvPr>
            <p:ph type="title"/>
          </p:nvPr>
        </p:nvSpPr>
        <p:spPr>
          <a:xfrm>
            <a:off x="2780400" y="809175"/>
            <a:ext cx="3583200" cy="17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
        <p:nvSpPr>
          <p:cNvPr id="58" name="Google Shape;58;p15"/>
          <p:cNvSpPr txBox="1">
            <a:spLocks noGrp="1"/>
          </p:cNvSpPr>
          <p:nvPr>
            <p:ph type="subTitle" idx="1"/>
          </p:nvPr>
        </p:nvSpPr>
        <p:spPr>
          <a:xfrm>
            <a:off x="3010800" y="2485575"/>
            <a:ext cx="31224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TITLE_ONLY_1">
    <p:bg>
      <p:bgPr>
        <a:blipFill>
          <a:blip r:embed="rId2">
            <a:alphaModFix/>
          </a:blip>
          <a:stretch>
            <a:fillRect/>
          </a:stretch>
        </a:blipFill>
        <a:effectLst/>
      </p:bgPr>
    </p:bg>
    <p:spTree>
      <p:nvGrpSpPr>
        <p:cNvPr id="1" name="Shape 59"/>
        <p:cNvGrpSpPr/>
        <p:nvPr/>
      </p:nvGrpSpPr>
      <p:grpSpPr>
        <a:xfrm>
          <a:off x="0" y="0"/>
          <a:ext cx="0" cy="0"/>
          <a:chOff x="0" y="0"/>
          <a:chExt cx="0" cy="0"/>
        </a:xfrm>
      </p:grpSpPr>
      <p:sp>
        <p:nvSpPr>
          <p:cNvPr id="60" name="Google Shape;60;p16"/>
          <p:cNvSpPr txBox="1">
            <a:spLocks noGrp="1"/>
          </p:cNvSpPr>
          <p:nvPr>
            <p:ph type="title"/>
          </p:nvPr>
        </p:nvSpPr>
        <p:spPr>
          <a:xfrm>
            <a:off x="1185600" y="3921875"/>
            <a:ext cx="4282800" cy="385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1" name="Google Shape;61;p16"/>
          <p:cNvSpPr txBox="1">
            <a:spLocks noGrp="1"/>
          </p:cNvSpPr>
          <p:nvPr>
            <p:ph type="subTitle" idx="1"/>
          </p:nvPr>
        </p:nvSpPr>
        <p:spPr>
          <a:xfrm>
            <a:off x="1185600" y="2321400"/>
            <a:ext cx="3410400" cy="153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1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Two Columns">
  <p:cSld name="TITLE_AND_BODY_1">
    <p:bg>
      <p:bgPr>
        <a:blipFill>
          <a:blip r:embed="rId2">
            <a:alphaModFix/>
          </a:blip>
          <a:stretch>
            <a:fillRect/>
          </a:stretch>
        </a:blipFill>
        <a:effectLst/>
      </p:bgPr>
    </p:bg>
    <p:spTree>
      <p:nvGrpSpPr>
        <p:cNvPr id="1" name="Shape 62"/>
        <p:cNvGrpSpPr/>
        <p:nvPr/>
      </p:nvGrpSpPr>
      <p:grpSpPr>
        <a:xfrm>
          <a:off x="0" y="0"/>
          <a:ext cx="0" cy="0"/>
          <a:chOff x="0" y="0"/>
          <a:chExt cx="0" cy="0"/>
        </a:xfrm>
      </p:grpSpPr>
      <p:sp>
        <p:nvSpPr>
          <p:cNvPr id="63" name="Google Shape;63;p17"/>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4" name="Google Shape;64;p17"/>
          <p:cNvSpPr txBox="1">
            <a:spLocks noGrp="1"/>
          </p:cNvSpPr>
          <p:nvPr>
            <p:ph type="title" idx="2"/>
          </p:nvPr>
        </p:nvSpPr>
        <p:spPr>
          <a:xfrm>
            <a:off x="1693325" y="3113925"/>
            <a:ext cx="22371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65" name="Google Shape;65;p17"/>
          <p:cNvSpPr txBox="1">
            <a:spLocks noGrp="1"/>
          </p:cNvSpPr>
          <p:nvPr>
            <p:ph type="subTitle" idx="1"/>
          </p:nvPr>
        </p:nvSpPr>
        <p:spPr>
          <a:xfrm>
            <a:off x="1693325" y="3436575"/>
            <a:ext cx="2237100" cy="11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66" name="Google Shape;66;p17"/>
          <p:cNvSpPr txBox="1">
            <a:spLocks noGrp="1"/>
          </p:cNvSpPr>
          <p:nvPr>
            <p:ph type="title" idx="3"/>
          </p:nvPr>
        </p:nvSpPr>
        <p:spPr>
          <a:xfrm>
            <a:off x="5213575" y="3113925"/>
            <a:ext cx="22371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67" name="Google Shape;67;p17"/>
          <p:cNvSpPr txBox="1">
            <a:spLocks noGrp="1"/>
          </p:cNvSpPr>
          <p:nvPr>
            <p:ph type="subTitle" idx="4"/>
          </p:nvPr>
        </p:nvSpPr>
        <p:spPr>
          <a:xfrm>
            <a:off x="5213575" y="3436575"/>
            <a:ext cx="2237100" cy="11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Three Columns ">
  <p:cSld name="TITLE_AND_BODY_1_1">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0" name="Google Shape;70;p18"/>
          <p:cNvSpPr txBox="1">
            <a:spLocks noGrp="1"/>
          </p:cNvSpPr>
          <p:nvPr>
            <p:ph type="title" idx="2"/>
          </p:nvPr>
        </p:nvSpPr>
        <p:spPr>
          <a:xfrm>
            <a:off x="1252854" y="1666125"/>
            <a:ext cx="20283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71" name="Google Shape;71;p18"/>
          <p:cNvSpPr txBox="1">
            <a:spLocks noGrp="1"/>
          </p:cNvSpPr>
          <p:nvPr>
            <p:ph type="subTitle" idx="1"/>
          </p:nvPr>
        </p:nvSpPr>
        <p:spPr>
          <a:xfrm>
            <a:off x="1252854" y="3645618"/>
            <a:ext cx="2028300" cy="11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72" name="Google Shape;72;p18"/>
          <p:cNvSpPr txBox="1">
            <a:spLocks noGrp="1"/>
          </p:cNvSpPr>
          <p:nvPr>
            <p:ph type="title" idx="3"/>
          </p:nvPr>
        </p:nvSpPr>
        <p:spPr>
          <a:xfrm>
            <a:off x="3557850" y="1666125"/>
            <a:ext cx="20283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73" name="Google Shape;73;p18"/>
          <p:cNvSpPr txBox="1">
            <a:spLocks noGrp="1"/>
          </p:cNvSpPr>
          <p:nvPr>
            <p:ph type="subTitle" idx="4"/>
          </p:nvPr>
        </p:nvSpPr>
        <p:spPr>
          <a:xfrm>
            <a:off x="3557850" y="3645618"/>
            <a:ext cx="2028300" cy="11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74" name="Google Shape;74;p18"/>
          <p:cNvSpPr txBox="1">
            <a:spLocks noGrp="1"/>
          </p:cNvSpPr>
          <p:nvPr>
            <p:ph type="title" idx="5"/>
          </p:nvPr>
        </p:nvSpPr>
        <p:spPr>
          <a:xfrm>
            <a:off x="5862846" y="1666125"/>
            <a:ext cx="20283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75" name="Google Shape;75;p18"/>
          <p:cNvSpPr txBox="1">
            <a:spLocks noGrp="1"/>
          </p:cNvSpPr>
          <p:nvPr>
            <p:ph type="subTitle" idx="6"/>
          </p:nvPr>
        </p:nvSpPr>
        <p:spPr>
          <a:xfrm>
            <a:off x="5862846" y="3645618"/>
            <a:ext cx="2028300" cy="11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Text 1">
  <p:cSld name="TITLE_AND_BODY_1_1_3">
    <p:bg>
      <p:bgPr>
        <a:blipFill>
          <a:blip r:embed="rId2">
            <a:alphaModFix/>
          </a:blip>
          <a:stretch>
            <a:fillRect/>
          </a:stretch>
        </a:blipFill>
        <a:effectLst/>
      </p:bgPr>
    </p:bg>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2328900" y="1644425"/>
            <a:ext cx="4486200" cy="1630500"/>
          </a:xfrm>
          <a:prstGeom prst="rect">
            <a:avLst/>
          </a:prstGeom>
        </p:spPr>
        <p:txBody>
          <a:bodyPr spcFirstLastPara="1" wrap="square" lIns="91425" tIns="91425" rIns="91425" bIns="91425" anchor="b" anchorCtr="0">
            <a:noAutofit/>
          </a:bodyPr>
          <a:lstStyle>
            <a:lvl1pPr lvl="0" algn="ctr" rtl="0">
              <a:lnSpc>
                <a:spcPct val="90000"/>
              </a:lnSpc>
              <a:spcBef>
                <a:spcPts val="0"/>
              </a:spcBef>
              <a:spcAft>
                <a:spcPts val="0"/>
              </a:spcAft>
              <a:buSzPts val="6500"/>
              <a:buNone/>
              <a:defRPr sz="6500"/>
            </a:lvl1pPr>
            <a:lvl2pPr lvl="1" rtl="0">
              <a:lnSpc>
                <a:spcPct val="90000"/>
              </a:lnSpc>
              <a:spcBef>
                <a:spcPts val="0"/>
              </a:spcBef>
              <a:spcAft>
                <a:spcPts val="0"/>
              </a:spcAft>
              <a:buSzPts val="2800"/>
              <a:buNone/>
              <a:defRPr/>
            </a:lvl2pPr>
            <a:lvl3pPr lvl="2" rtl="0">
              <a:lnSpc>
                <a:spcPct val="90000"/>
              </a:lnSpc>
              <a:spcBef>
                <a:spcPts val="0"/>
              </a:spcBef>
              <a:spcAft>
                <a:spcPts val="0"/>
              </a:spcAft>
              <a:buSzPts val="2800"/>
              <a:buNone/>
              <a:defRPr/>
            </a:lvl3pPr>
            <a:lvl4pPr lvl="3" rtl="0">
              <a:lnSpc>
                <a:spcPct val="90000"/>
              </a:lnSpc>
              <a:spcBef>
                <a:spcPts val="0"/>
              </a:spcBef>
              <a:spcAft>
                <a:spcPts val="0"/>
              </a:spcAft>
              <a:buSzPts val="2800"/>
              <a:buNone/>
              <a:defRPr/>
            </a:lvl4pPr>
            <a:lvl5pPr lvl="4" rtl="0">
              <a:lnSpc>
                <a:spcPct val="90000"/>
              </a:lnSpc>
              <a:spcBef>
                <a:spcPts val="0"/>
              </a:spcBef>
              <a:spcAft>
                <a:spcPts val="0"/>
              </a:spcAft>
              <a:buSzPts val="2800"/>
              <a:buNone/>
              <a:defRPr/>
            </a:lvl5pPr>
            <a:lvl6pPr lvl="5" rtl="0">
              <a:lnSpc>
                <a:spcPct val="90000"/>
              </a:lnSpc>
              <a:spcBef>
                <a:spcPts val="0"/>
              </a:spcBef>
              <a:spcAft>
                <a:spcPts val="0"/>
              </a:spcAft>
              <a:buSzPts val="2800"/>
              <a:buNone/>
              <a:defRPr/>
            </a:lvl6pPr>
            <a:lvl7pPr lvl="6" rtl="0">
              <a:lnSpc>
                <a:spcPct val="90000"/>
              </a:lnSpc>
              <a:spcBef>
                <a:spcPts val="0"/>
              </a:spcBef>
              <a:spcAft>
                <a:spcPts val="0"/>
              </a:spcAft>
              <a:buSzPts val="2800"/>
              <a:buNone/>
              <a:defRPr/>
            </a:lvl7pPr>
            <a:lvl8pPr lvl="7" rtl="0">
              <a:lnSpc>
                <a:spcPct val="90000"/>
              </a:lnSpc>
              <a:spcBef>
                <a:spcPts val="0"/>
              </a:spcBef>
              <a:spcAft>
                <a:spcPts val="0"/>
              </a:spcAft>
              <a:buSzPts val="2800"/>
              <a:buNone/>
              <a:defRPr/>
            </a:lvl8pPr>
            <a:lvl9pPr lvl="8" rtl="0">
              <a:lnSpc>
                <a:spcPct val="90000"/>
              </a:lnSpc>
              <a:spcBef>
                <a:spcPts val="0"/>
              </a:spcBef>
              <a:spcAft>
                <a:spcPts val="0"/>
              </a:spcAft>
              <a:buSzPts val="2800"/>
              <a:buNone/>
              <a:defRPr/>
            </a:lvl9pPr>
          </a:lstStyle>
          <a:p>
            <a:endParaRPr/>
          </a:p>
        </p:txBody>
      </p:sp>
      <p:sp>
        <p:nvSpPr>
          <p:cNvPr id="78" name="Google Shape;78;p19"/>
          <p:cNvSpPr txBox="1">
            <a:spLocks noGrp="1"/>
          </p:cNvSpPr>
          <p:nvPr>
            <p:ph type="subTitle" idx="1"/>
          </p:nvPr>
        </p:nvSpPr>
        <p:spPr>
          <a:xfrm>
            <a:off x="2822100" y="3308675"/>
            <a:ext cx="3499800" cy="85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 Four Columns  ">
  <p:cSld name="TITLE_AND_BODY_1_1_4">
    <p:bg>
      <p:bgPr>
        <a:blipFill>
          <a:blip r:embed="rId2">
            <a:alphaModFix/>
          </a:blip>
          <a:stretch>
            <a:fillRect/>
          </a:stretch>
        </a:blipFill>
        <a:effectLst/>
      </p:bgPr>
    </p:bg>
    <p:spTree>
      <p:nvGrpSpPr>
        <p:cNvPr id="1" name="Shape 79"/>
        <p:cNvGrpSpPr/>
        <p:nvPr/>
      </p:nvGrpSpPr>
      <p:grpSpPr>
        <a:xfrm>
          <a:off x="0" y="0"/>
          <a:ext cx="0" cy="0"/>
          <a:chOff x="0" y="0"/>
          <a:chExt cx="0" cy="0"/>
        </a:xfrm>
      </p:grpSpPr>
      <p:sp>
        <p:nvSpPr>
          <p:cNvPr id="80" name="Google Shape;80;p20"/>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20"/>
          <p:cNvSpPr txBox="1">
            <a:spLocks noGrp="1"/>
          </p:cNvSpPr>
          <p:nvPr>
            <p:ph type="title" idx="2"/>
          </p:nvPr>
        </p:nvSpPr>
        <p:spPr>
          <a:xfrm>
            <a:off x="1345538" y="3336025"/>
            <a:ext cx="14463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82" name="Google Shape;82;p20"/>
          <p:cNvSpPr txBox="1">
            <a:spLocks noGrp="1"/>
          </p:cNvSpPr>
          <p:nvPr>
            <p:ph type="subTitle" idx="1"/>
          </p:nvPr>
        </p:nvSpPr>
        <p:spPr>
          <a:xfrm>
            <a:off x="1345525" y="3645625"/>
            <a:ext cx="1446300" cy="93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83" name="Google Shape;83;p20"/>
          <p:cNvSpPr txBox="1">
            <a:spLocks noGrp="1"/>
          </p:cNvSpPr>
          <p:nvPr>
            <p:ph type="title" idx="3"/>
          </p:nvPr>
        </p:nvSpPr>
        <p:spPr>
          <a:xfrm>
            <a:off x="3014413" y="3336025"/>
            <a:ext cx="14463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84" name="Google Shape;84;p20"/>
          <p:cNvSpPr txBox="1">
            <a:spLocks noGrp="1"/>
          </p:cNvSpPr>
          <p:nvPr>
            <p:ph type="subTitle" idx="4"/>
          </p:nvPr>
        </p:nvSpPr>
        <p:spPr>
          <a:xfrm>
            <a:off x="3014400" y="3645625"/>
            <a:ext cx="1446300" cy="93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85" name="Google Shape;85;p20"/>
          <p:cNvSpPr txBox="1">
            <a:spLocks noGrp="1"/>
          </p:cNvSpPr>
          <p:nvPr>
            <p:ph type="title" idx="5"/>
          </p:nvPr>
        </p:nvSpPr>
        <p:spPr>
          <a:xfrm>
            <a:off x="4683288" y="3336025"/>
            <a:ext cx="14463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86" name="Google Shape;86;p20"/>
          <p:cNvSpPr txBox="1">
            <a:spLocks noGrp="1"/>
          </p:cNvSpPr>
          <p:nvPr>
            <p:ph type="subTitle" idx="6"/>
          </p:nvPr>
        </p:nvSpPr>
        <p:spPr>
          <a:xfrm>
            <a:off x="4683275" y="3645625"/>
            <a:ext cx="1446300" cy="93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87" name="Google Shape;87;p20"/>
          <p:cNvSpPr txBox="1">
            <a:spLocks noGrp="1"/>
          </p:cNvSpPr>
          <p:nvPr>
            <p:ph type="title" idx="7"/>
          </p:nvPr>
        </p:nvSpPr>
        <p:spPr>
          <a:xfrm>
            <a:off x="6352163" y="3336025"/>
            <a:ext cx="14463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88" name="Google Shape;88;p20"/>
          <p:cNvSpPr txBox="1">
            <a:spLocks noGrp="1"/>
          </p:cNvSpPr>
          <p:nvPr>
            <p:ph type="subTitle" idx="8"/>
          </p:nvPr>
        </p:nvSpPr>
        <p:spPr>
          <a:xfrm>
            <a:off x="6352150" y="3645625"/>
            <a:ext cx="1446300" cy="93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p:cSld name="SECTION_HEADER_2">
    <p:bg>
      <p:bgPr>
        <a:blipFill>
          <a:blip r:embed="rId2">
            <a:alphaModFix/>
          </a:blip>
          <a:stretch>
            <a:fillRect/>
          </a:stretch>
        </a:blipFill>
        <a:effectLst/>
      </p:bgPr>
    </p:bg>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1006436" y="2280088"/>
            <a:ext cx="2586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1" name="Google Shape;91;p21"/>
          <p:cNvSpPr txBox="1">
            <a:spLocks noGrp="1"/>
          </p:cNvSpPr>
          <p:nvPr>
            <p:ph type="title" idx="2" hasCustomPrompt="1"/>
          </p:nvPr>
        </p:nvSpPr>
        <p:spPr>
          <a:xfrm>
            <a:off x="1006436" y="1294038"/>
            <a:ext cx="2586900" cy="1084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2" name="Google Shape;92;p21"/>
          <p:cNvSpPr txBox="1">
            <a:spLocks noGrp="1"/>
          </p:cNvSpPr>
          <p:nvPr>
            <p:ph type="subTitle" idx="1"/>
          </p:nvPr>
        </p:nvSpPr>
        <p:spPr>
          <a:xfrm>
            <a:off x="1006436" y="3007663"/>
            <a:ext cx="2586900" cy="84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 Design">
  <p:cSld name="CAPTION_ONLY_1">
    <p:bg>
      <p:bgPr>
        <a:blipFill>
          <a:blip r:embed="rId2">
            <a:alphaModFix/>
          </a:blip>
          <a:stretch>
            <a:fillRect/>
          </a:stretch>
        </a:blipFill>
        <a:effectLst/>
      </p:bgPr>
    </p:bg>
    <p:spTree>
      <p:nvGrpSpPr>
        <p:cNvPr id="1" name="Shape 93"/>
        <p:cNvGrpSpPr/>
        <p:nvPr/>
      </p:nvGrpSpPr>
      <p:grpSpPr>
        <a:xfrm>
          <a:off x="0" y="0"/>
          <a:ext cx="0" cy="0"/>
          <a:chOff x="0" y="0"/>
          <a:chExt cx="0" cy="0"/>
        </a:xfrm>
      </p:grpSpPr>
      <p:sp>
        <p:nvSpPr>
          <p:cNvPr id="94" name="Google Shape;94;p22"/>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Design 1">
  <p:cSld name="TITLE_AND_BODY_1_1_1">
    <p:bg>
      <p:bgPr>
        <a:blipFill>
          <a:blip r:embed="rId2">
            <a:alphaModFix/>
          </a:blip>
          <a:stretch>
            <a:fillRect/>
          </a:stretch>
        </a:blipFill>
        <a:effectLst/>
      </p:bgPr>
    </p:bg>
    <p:spTree>
      <p:nvGrpSpPr>
        <p:cNvPr id="1" name="Shape 95"/>
        <p:cNvGrpSpPr/>
        <p:nvPr/>
      </p:nvGrpSpPr>
      <p:grpSpPr>
        <a:xfrm>
          <a:off x="0" y="0"/>
          <a:ext cx="0" cy="0"/>
          <a:chOff x="0" y="0"/>
          <a:chExt cx="0" cy="0"/>
        </a:xfrm>
      </p:grpSpPr>
      <p:sp>
        <p:nvSpPr>
          <p:cNvPr id="96" name="Google Shape;96;p23"/>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ercentages">
  <p:cSld name="TITLE_AND_BODY_1_1_2_1_1">
    <p:bg>
      <p:bgPr>
        <a:blipFill>
          <a:blip r:embed="rId2">
            <a:alphaModFix/>
          </a:blip>
          <a:stretch>
            <a:fillRect/>
          </a:stretch>
        </a:blipFill>
        <a:effectLst/>
      </p:bgPr>
    </p:bg>
    <p:spTree>
      <p:nvGrpSpPr>
        <p:cNvPr id="1" name="Shape 97"/>
        <p:cNvGrpSpPr/>
        <p:nvPr/>
      </p:nvGrpSpPr>
      <p:grpSpPr>
        <a:xfrm>
          <a:off x="0" y="0"/>
          <a:ext cx="0" cy="0"/>
          <a:chOff x="0" y="0"/>
          <a:chExt cx="0" cy="0"/>
        </a:xfrm>
      </p:grpSpPr>
      <p:sp>
        <p:nvSpPr>
          <p:cNvPr id="98" name="Google Shape;98;p24"/>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4"/>
          <p:cNvSpPr txBox="1">
            <a:spLocks noGrp="1"/>
          </p:cNvSpPr>
          <p:nvPr>
            <p:ph type="subTitle" idx="1"/>
          </p:nvPr>
        </p:nvSpPr>
        <p:spPr>
          <a:xfrm>
            <a:off x="1302975" y="2749774"/>
            <a:ext cx="1889400" cy="78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0" name="Google Shape;100;p24"/>
          <p:cNvSpPr txBox="1">
            <a:spLocks noGrp="1"/>
          </p:cNvSpPr>
          <p:nvPr>
            <p:ph type="subTitle" idx="2"/>
          </p:nvPr>
        </p:nvSpPr>
        <p:spPr>
          <a:xfrm>
            <a:off x="3627300" y="2749774"/>
            <a:ext cx="1889400" cy="78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1" name="Google Shape;101;p24"/>
          <p:cNvSpPr txBox="1">
            <a:spLocks noGrp="1"/>
          </p:cNvSpPr>
          <p:nvPr>
            <p:ph type="subTitle" idx="3"/>
          </p:nvPr>
        </p:nvSpPr>
        <p:spPr>
          <a:xfrm>
            <a:off x="5951625" y="2749774"/>
            <a:ext cx="1889400" cy="78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2" name="Google Shape;102;p24"/>
          <p:cNvSpPr txBox="1">
            <a:spLocks noGrp="1"/>
          </p:cNvSpPr>
          <p:nvPr>
            <p:ph type="title" idx="4" hasCustomPrompt="1"/>
          </p:nvPr>
        </p:nvSpPr>
        <p:spPr>
          <a:xfrm>
            <a:off x="1576725" y="1663150"/>
            <a:ext cx="13419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03" name="Google Shape;103;p24"/>
          <p:cNvSpPr txBox="1">
            <a:spLocks noGrp="1"/>
          </p:cNvSpPr>
          <p:nvPr>
            <p:ph type="title" idx="5" hasCustomPrompt="1"/>
          </p:nvPr>
        </p:nvSpPr>
        <p:spPr>
          <a:xfrm>
            <a:off x="3901050" y="1663150"/>
            <a:ext cx="13419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104" name="Google Shape;104;p24"/>
          <p:cNvSpPr txBox="1">
            <a:spLocks noGrp="1"/>
          </p:cNvSpPr>
          <p:nvPr>
            <p:ph type="title" idx="6" hasCustomPrompt="1"/>
          </p:nvPr>
        </p:nvSpPr>
        <p:spPr>
          <a:xfrm>
            <a:off x="6225375" y="1663150"/>
            <a:ext cx="13419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ree Numbers">
  <p:cSld name="BIG_NUMBER_1">
    <p:bg>
      <p:bgPr>
        <a:blipFill>
          <a:blip r:embed="rId2">
            <a:alphaModFix/>
          </a:blip>
          <a:stretch>
            <a:fillRect/>
          </a:stretch>
        </a:blipFill>
        <a:effectLst/>
      </p:bgPr>
    </p:bg>
    <p:spTree>
      <p:nvGrpSpPr>
        <p:cNvPr id="1" name="Shape 105"/>
        <p:cNvGrpSpPr/>
        <p:nvPr/>
      </p:nvGrpSpPr>
      <p:grpSpPr>
        <a:xfrm>
          <a:off x="0" y="0"/>
          <a:ext cx="0" cy="0"/>
          <a:chOff x="0" y="0"/>
          <a:chExt cx="0" cy="0"/>
        </a:xfrm>
      </p:grpSpPr>
      <p:sp>
        <p:nvSpPr>
          <p:cNvPr id="106" name="Google Shape;106;p25"/>
          <p:cNvSpPr txBox="1">
            <a:spLocks noGrp="1"/>
          </p:cNvSpPr>
          <p:nvPr>
            <p:ph type="title" hasCustomPrompt="1"/>
          </p:nvPr>
        </p:nvSpPr>
        <p:spPr>
          <a:xfrm>
            <a:off x="1380825" y="678500"/>
            <a:ext cx="2433000" cy="7161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107" name="Google Shape;107;p25"/>
          <p:cNvSpPr txBox="1">
            <a:spLocks noGrp="1"/>
          </p:cNvSpPr>
          <p:nvPr>
            <p:ph type="subTitle" idx="1"/>
          </p:nvPr>
        </p:nvSpPr>
        <p:spPr>
          <a:xfrm>
            <a:off x="1380825" y="1255650"/>
            <a:ext cx="2831400" cy="4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108" name="Google Shape;108;p25"/>
          <p:cNvSpPr txBox="1">
            <a:spLocks noGrp="1"/>
          </p:cNvSpPr>
          <p:nvPr>
            <p:ph type="title" idx="2" hasCustomPrompt="1"/>
          </p:nvPr>
        </p:nvSpPr>
        <p:spPr>
          <a:xfrm>
            <a:off x="1380825" y="1986325"/>
            <a:ext cx="2433000" cy="7161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6"/>
              </a:buClr>
              <a:buSzPts val="3600"/>
              <a:buNone/>
              <a:defRPr sz="3600">
                <a:solidFill>
                  <a:schemeClr val="accent6"/>
                </a:solidFill>
              </a:defRPr>
            </a:lvl1pPr>
            <a:lvl2pPr lvl="1" rtl="0">
              <a:spcBef>
                <a:spcPts val="0"/>
              </a:spcBef>
              <a:spcAft>
                <a:spcPts val="0"/>
              </a:spcAft>
              <a:buClr>
                <a:schemeClr val="accent6"/>
              </a:buClr>
              <a:buSzPts val="3600"/>
              <a:buNone/>
              <a:defRPr sz="3600">
                <a:solidFill>
                  <a:schemeClr val="accent6"/>
                </a:solidFill>
              </a:defRPr>
            </a:lvl2pPr>
            <a:lvl3pPr lvl="2" rtl="0">
              <a:spcBef>
                <a:spcPts val="0"/>
              </a:spcBef>
              <a:spcAft>
                <a:spcPts val="0"/>
              </a:spcAft>
              <a:buClr>
                <a:schemeClr val="accent6"/>
              </a:buClr>
              <a:buSzPts val="3600"/>
              <a:buNone/>
              <a:defRPr sz="3600">
                <a:solidFill>
                  <a:schemeClr val="accent6"/>
                </a:solidFill>
              </a:defRPr>
            </a:lvl3pPr>
            <a:lvl4pPr lvl="3" rtl="0">
              <a:spcBef>
                <a:spcPts val="0"/>
              </a:spcBef>
              <a:spcAft>
                <a:spcPts val="0"/>
              </a:spcAft>
              <a:buClr>
                <a:schemeClr val="accent6"/>
              </a:buClr>
              <a:buSzPts val="3600"/>
              <a:buNone/>
              <a:defRPr sz="3600">
                <a:solidFill>
                  <a:schemeClr val="accent6"/>
                </a:solidFill>
              </a:defRPr>
            </a:lvl4pPr>
            <a:lvl5pPr lvl="4" rtl="0">
              <a:spcBef>
                <a:spcPts val="0"/>
              </a:spcBef>
              <a:spcAft>
                <a:spcPts val="0"/>
              </a:spcAft>
              <a:buClr>
                <a:schemeClr val="accent6"/>
              </a:buClr>
              <a:buSzPts val="3600"/>
              <a:buNone/>
              <a:defRPr sz="3600">
                <a:solidFill>
                  <a:schemeClr val="accent6"/>
                </a:solidFill>
              </a:defRPr>
            </a:lvl5pPr>
            <a:lvl6pPr lvl="5" rtl="0">
              <a:spcBef>
                <a:spcPts val="0"/>
              </a:spcBef>
              <a:spcAft>
                <a:spcPts val="0"/>
              </a:spcAft>
              <a:buClr>
                <a:schemeClr val="accent6"/>
              </a:buClr>
              <a:buSzPts val="3600"/>
              <a:buNone/>
              <a:defRPr sz="3600">
                <a:solidFill>
                  <a:schemeClr val="accent6"/>
                </a:solidFill>
              </a:defRPr>
            </a:lvl6pPr>
            <a:lvl7pPr lvl="6" rtl="0">
              <a:spcBef>
                <a:spcPts val="0"/>
              </a:spcBef>
              <a:spcAft>
                <a:spcPts val="0"/>
              </a:spcAft>
              <a:buClr>
                <a:schemeClr val="accent6"/>
              </a:buClr>
              <a:buSzPts val="3600"/>
              <a:buNone/>
              <a:defRPr sz="3600">
                <a:solidFill>
                  <a:schemeClr val="accent6"/>
                </a:solidFill>
              </a:defRPr>
            </a:lvl7pPr>
            <a:lvl8pPr lvl="7" rtl="0">
              <a:spcBef>
                <a:spcPts val="0"/>
              </a:spcBef>
              <a:spcAft>
                <a:spcPts val="0"/>
              </a:spcAft>
              <a:buClr>
                <a:schemeClr val="accent6"/>
              </a:buClr>
              <a:buSzPts val="3600"/>
              <a:buNone/>
              <a:defRPr sz="3600">
                <a:solidFill>
                  <a:schemeClr val="accent6"/>
                </a:solidFill>
              </a:defRPr>
            </a:lvl8pPr>
            <a:lvl9pPr lvl="8" rtl="0">
              <a:spcBef>
                <a:spcPts val="0"/>
              </a:spcBef>
              <a:spcAft>
                <a:spcPts val="0"/>
              </a:spcAft>
              <a:buClr>
                <a:schemeClr val="accent6"/>
              </a:buClr>
              <a:buSzPts val="3600"/>
              <a:buNone/>
              <a:defRPr sz="3600">
                <a:solidFill>
                  <a:schemeClr val="accent6"/>
                </a:solidFill>
              </a:defRPr>
            </a:lvl9pPr>
          </a:lstStyle>
          <a:p>
            <a:r>
              <a:t>xx%</a:t>
            </a:r>
          </a:p>
        </p:txBody>
      </p:sp>
      <p:sp>
        <p:nvSpPr>
          <p:cNvPr id="109" name="Google Shape;109;p25"/>
          <p:cNvSpPr txBox="1">
            <a:spLocks noGrp="1"/>
          </p:cNvSpPr>
          <p:nvPr>
            <p:ph type="subTitle" idx="3"/>
          </p:nvPr>
        </p:nvSpPr>
        <p:spPr>
          <a:xfrm>
            <a:off x="1380825" y="2563475"/>
            <a:ext cx="2831400" cy="4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110" name="Google Shape;110;p25"/>
          <p:cNvSpPr txBox="1">
            <a:spLocks noGrp="1"/>
          </p:cNvSpPr>
          <p:nvPr>
            <p:ph type="title" idx="4" hasCustomPrompt="1"/>
          </p:nvPr>
        </p:nvSpPr>
        <p:spPr>
          <a:xfrm>
            <a:off x="1380825" y="3294150"/>
            <a:ext cx="2433000" cy="7161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4"/>
              </a:buClr>
              <a:buSzPts val="3600"/>
              <a:buNone/>
              <a:defRPr sz="3600">
                <a:solidFill>
                  <a:schemeClr val="accent4"/>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111" name="Google Shape;111;p25"/>
          <p:cNvSpPr txBox="1">
            <a:spLocks noGrp="1"/>
          </p:cNvSpPr>
          <p:nvPr>
            <p:ph type="subTitle" idx="5"/>
          </p:nvPr>
        </p:nvSpPr>
        <p:spPr>
          <a:xfrm>
            <a:off x="1380825" y="3871300"/>
            <a:ext cx="2831400" cy="4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1">
  <p:cSld name="SECTION_HEADER_1_1">
    <p:bg>
      <p:bgPr>
        <a:blipFill>
          <a:blip r:embed="rId2">
            <a:alphaModFix/>
          </a:blip>
          <a:stretch>
            <a:fillRect/>
          </a:stretch>
        </a:blipFill>
        <a:effectLst/>
      </p:bgPr>
    </p:bg>
    <p:spTree>
      <p:nvGrpSpPr>
        <p:cNvPr id="1" name="Shape 112"/>
        <p:cNvGrpSpPr/>
        <p:nvPr/>
      </p:nvGrpSpPr>
      <p:grpSpPr>
        <a:xfrm>
          <a:off x="0" y="0"/>
          <a:ext cx="0" cy="0"/>
          <a:chOff x="0" y="0"/>
          <a:chExt cx="0" cy="0"/>
        </a:xfrm>
      </p:grpSpPr>
      <p:sp>
        <p:nvSpPr>
          <p:cNvPr id="113" name="Google Shape;113;p26"/>
          <p:cNvSpPr txBox="1">
            <a:spLocks noGrp="1"/>
          </p:cNvSpPr>
          <p:nvPr>
            <p:ph type="title"/>
          </p:nvPr>
        </p:nvSpPr>
        <p:spPr>
          <a:xfrm>
            <a:off x="3278550" y="2280088"/>
            <a:ext cx="2586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4" name="Google Shape;114;p26"/>
          <p:cNvSpPr txBox="1">
            <a:spLocks noGrp="1"/>
          </p:cNvSpPr>
          <p:nvPr>
            <p:ph type="title" idx="2" hasCustomPrompt="1"/>
          </p:nvPr>
        </p:nvSpPr>
        <p:spPr>
          <a:xfrm>
            <a:off x="3278550" y="1294038"/>
            <a:ext cx="2586900" cy="1084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5" name="Google Shape;115;p26"/>
          <p:cNvSpPr txBox="1">
            <a:spLocks noGrp="1"/>
          </p:cNvSpPr>
          <p:nvPr>
            <p:ph type="subTitle" idx="1"/>
          </p:nvPr>
        </p:nvSpPr>
        <p:spPr>
          <a:xfrm>
            <a:off x="3278550" y="3007663"/>
            <a:ext cx="2586900" cy="84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 Six Columns  ">
  <p:cSld name="TITLE_AND_BODY_1_1_2">
    <p:bg>
      <p:bgPr>
        <a:blipFill>
          <a:blip r:embed="rId2">
            <a:alphaModFix/>
          </a:blip>
          <a:stretch>
            <a:fillRect/>
          </a:stretch>
        </a:blipFill>
        <a:effectLst/>
      </p:bgPr>
    </p:bg>
    <p:spTree>
      <p:nvGrpSpPr>
        <p:cNvPr id="1" name="Shape 116"/>
        <p:cNvGrpSpPr/>
        <p:nvPr/>
      </p:nvGrpSpPr>
      <p:grpSpPr>
        <a:xfrm>
          <a:off x="0" y="0"/>
          <a:ext cx="0" cy="0"/>
          <a:chOff x="0" y="0"/>
          <a:chExt cx="0" cy="0"/>
        </a:xfrm>
      </p:grpSpPr>
      <p:sp>
        <p:nvSpPr>
          <p:cNvPr id="117" name="Google Shape;117;p27"/>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8" name="Google Shape;118;p27"/>
          <p:cNvSpPr txBox="1">
            <a:spLocks noGrp="1"/>
          </p:cNvSpPr>
          <p:nvPr>
            <p:ph type="title" idx="2"/>
          </p:nvPr>
        </p:nvSpPr>
        <p:spPr>
          <a:xfrm>
            <a:off x="1302979" y="1743375"/>
            <a:ext cx="18894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119" name="Google Shape;119;p27"/>
          <p:cNvSpPr txBox="1">
            <a:spLocks noGrp="1"/>
          </p:cNvSpPr>
          <p:nvPr>
            <p:ph type="subTitle" idx="1"/>
          </p:nvPr>
        </p:nvSpPr>
        <p:spPr>
          <a:xfrm>
            <a:off x="1302975" y="2063974"/>
            <a:ext cx="1889400" cy="78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20" name="Google Shape;120;p27"/>
          <p:cNvSpPr txBox="1">
            <a:spLocks noGrp="1"/>
          </p:cNvSpPr>
          <p:nvPr>
            <p:ph type="title" idx="3"/>
          </p:nvPr>
        </p:nvSpPr>
        <p:spPr>
          <a:xfrm>
            <a:off x="3627304" y="1743375"/>
            <a:ext cx="18894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121" name="Google Shape;121;p27"/>
          <p:cNvSpPr txBox="1">
            <a:spLocks noGrp="1"/>
          </p:cNvSpPr>
          <p:nvPr>
            <p:ph type="subTitle" idx="4"/>
          </p:nvPr>
        </p:nvSpPr>
        <p:spPr>
          <a:xfrm>
            <a:off x="3627300" y="2063974"/>
            <a:ext cx="1889400" cy="78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22" name="Google Shape;122;p27"/>
          <p:cNvSpPr txBox="1">
            <a:spLocks noGrp="1"/>
          </p:cNvSpPr>
          <p:nvPr>
            <p:ph type="title" idx="5"/>
          </p:nvPr>
        </p:nvSpPr>
        <p:spPr>
          <a:xfrm>
            <a:off x="5951629" y="1743375"/>
            <a:ext cx="18894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123" name="Google Shape;123;p27"/>
          <p:cNvSpPr txBox="1">
            <a:spLocks noGrp="1"/>
          </p:cNvSpPr>
          <p:nvPr>
            <p:ph type="subTitle" idx="6"/>
          </p:nvPr>
        </p:nvSpPr>
        <p:spPr>
          <a:xfrm>
            <a:off x="5951625" y="2063974"/>
            <a:ext cx="1889400" cy="78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24" name="Google Shape;124;p27"/>
          <p:cNvSpPr txBox="1">
            <a:spLocks noGrp="1"/>
          </p:cNvSpPr>
          <p:nvPr>
            <p:ph type="title" idx="7"/>
          </p:nvPr>
        </p:nvSpPr>
        <p:spPr>
          <a:xfrm>
            <a:off x="1302979" y="3340525"/>
            <a:ext cx="18894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125" name="Google Shape;125;p27"/>
          <p:cNvSpPr txBox="1">
            <a:spLocks noGrp="1"/>
          </p:cNvSpPr>
          <p:nvPr>
            <p:ph type="subTitle" idx="8"/>
          </p:nvPr>
        </p:nvSpPr>
        <p:spPr>
          <a:xfrm>
            <a:off x="1302975" y="3661124"/>
            <a:ext cx="1889400" cy="78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26" name="Google Shape;126;p27"/>
          <p:cNvSpPr txBox="1">
            <a:spLocks noGrp="1"/>
          </p:cNvSpPr>
          <p:nvPr>
            <p:ph type="title" idx="9"/>
          </p:nvPr>
        </p:nvSpPr>
        <p:spPr>
          <a:xfrm>
            <a:off x="3627304" y="3340525"/>
            <a:ext cx="18894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127" name="Google Shape;127;p27"/>
          <p:cNvSpPr txBox="1">
            <a:spLocks noGrp="1"/>
          </p:cNvSpPr>
          <p:nvPr>
            <p:ph type="subTitle" idx="13"/>
          </p:nvPr>
        </p:nvSpPr>
        <p:spPr>
          <a:xfrm>
            <a:off x="3627300" y="3661124"/>
            <a:ext cx="1889400" cy="78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28" name="Google Shape;128;p27"/>
          <p:cNvSpPr txBox="1">
            <a:spLocks noGrp="1"/>
          </p:cNvSpPr>
          <p:nvPr>
            <p:ph type="title" idx="14"/>
          </p:nvPr>
        </p:nvSpPr>
        <p:spPr>
          <a:xfrm>
            <a:off x="5951629" y="3340525"/>
            <a:ext cx="1889400" cy="385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4"/>
              </a:buClr>
              <a:buSzPts val="1800"/>
              <a:buNone/>
              <a:defRPr sz="1800">
                <a:solidFill>
                  <a:schemeClr val="accent4"/>
                </a:solidFill>
              </a:defRPr>
            </a:lvl1pPr>
            <a:lvl2pPr lvl="1" algn="ctr" rtl="0">
              <a:spcBef>
                <a:spcPts val="0"/>
              </a:spcBef>
              <a:spcAft>
                <a:spcPts val="0"/>
              </a:spcAft>
              <a:buClr>
                <a:schemeClr val="accent4"/>
              </a:buClr>
              <a:buSzPts val="1800"/>
              <a:buNone/>
              <a:defRPr sz="1800">
                <a:solidFill>
                  <a:schemeClr val="accent4"/>
                </a:solidFill>
              </a:defRPr>
            </a:lvl2pPr>
            <a:lvl3pPr lvl="2" algn="ctr" rtl="0">
              <a:spcBef>
                <a:spcPts val="0"/>
              </a:spcBef>
              <a:spcAft>
                <a:spcPts val="0"/>
              </a:spcAft>
              <a:buClr>
                <a:schemeClr val="accent4"/>
              </a:buClr>
              <a:buSzPts val="1800"/>
              <a:buNone/>
              <a:defRPr sz="1800">
                <a:solidFill>
                  <a:schemeClr val="accent4"/>
                </a:solidFill>
              </a:defRPr>
            </a:lvl3pPr>
            <a:lvl4pPr lvl="3" algn="ctr" rtl="0">
              <a:spcBef>
                <a:spcPts val="0"/>
              </a:spcBef>
              <a:spcAft>
                <a:spcPts val="0"/>
              </a:spcAft>
              <a:buClr>
                <a:schemeClr val="accent4"/>
              </a:buClr>
              <a:buSzPts val="1800"/>
              <a:buNone/>
              <a:defRPr sz="1800">
                <a:solidFill>
                  <a:schemeClr val="accent4"/>
                </a:solidFill>
              </a:defRPr>
            </a:lvl4pPr>
            <a:lvl5pPr lvl="4" algn="ctr" rtl="0">
              <a:spcBef>
                <a:spcPts val="0"/>
              </a:spcBef>
              <a:spcAft>
                <a:spcPts val="0"/>
              </a:spcAft>
              <a:buClr>
                <a:schemeClr val="accent4"/>
              </a:buClr>
              <a:buSzPts val="1800"/>
              <a:buNone/>
              <a:defRPr sz="1800">
                <a:solidFill>
                  <a:schemeClr val="accent4"/>
                </a:solidFill>
              </a:defRPr>
            </a:lvl5pPr>
            <a:lvl6pPr lvl="5" algn="ctr" rtl="0">
              <a:spcBef>
                <a:spcPts val="0"/>
              </a:spcBef>
              <a:spcAft>
                <a:spcPts val="0"/>
              </a:spcAft>
              <a:buClr>
                <a:schemeClr val="accent4"/>
              </a:buClr>
              <a:buSzPts val="1800"/>
              <a:buNone/>
              <a:defRPr sz="1800">
                <a:solidFill>
                  <a:schemeClr val="accent4"/>
                </a:solidFill>
              </a:defRPr>
            </a:lvl6pPr>
            <a:lvl7pPr lvl="6" algn="ctr" rtl="0">
              <a:spcBef>
                <a:spcPts val="0"/>
              </a:spcBef>
              <a:spcAft>
                <a:spcPts val="0"/>
              </a:spcAft>
              <a:buClr>
                <a:schemeClr val="accent4"/>
              </a:buClr>
              <a:buSzPts val="1800"/>
              <a:buNone/>
              <a:defRPr sz="1800">
                <a:solidFill>
                  <a:schemeClr val="accent4"/>
                </a:solidFill>
              </a:defRPr>
            </a:lvl7pPr>
            <a:lvl8pPr lvl="7" algn="ctr" rtl="0">
              <a:spcBef>
                <a:spcPts val="0"/>
              </a:spcBef>
              <a:spcAft>
                <a:spcPts val="0"/>
              </a:spcAft>
              <a:buClr>
                <a:schemeClr val="accent4"/>
              </a:buClr>
              <a:buSzPts val="1800"/>
              <a:buNone/>
              <a:defRPr sz="1800">
                <a:solidFill>
                  <a:schemeClr val="accent4"/>
                </a:solidFill>
              </a:defRPr>
            </a:lvl8pPr>
            <a:lvl9pPr lvl="8" algn="ctr" rtl="0">
              <a:spcBef>
                <a:spcPts val="0"/>
              </a:spcBef>
              <a:spcAft>
                <a:spcPts val="0"/>
              </a:spcAft>
              <a:buClr>
                <a:schemeClr val="accent4"/>
              </a:buClr>
              <a:buSzPts val="1800"/>
              <a:buNone/>
              <a:defRPr sz="1800">
                <a:solidFill>
                  <a:schemeClr val="accent4"/>
                </a:solidFill>
              </a:defRPr>
            </a:lvl9pPr>
          </a:lstStyle>
          <a:p>
            <a:endParaRPr/>
          </a:p>
        </p:txBody>
      </p:sp>
      <p:sp>
        <p:nvSpPr>
          <p:cNvPr id="129" name="Google Shape;129;p27"/>
          <p:cNvSpPr txBox="1">
            <a:spLocks noGrp="1"/>
          </p:cNvSpPr>
          <p:nvPr>
            <p:ph type="subTitle" idx="15"/>
          </p:nvPr>
        </p:nvSpPr>
        <p:spPr>
          <a:xfrm>
            <a:off x="5951625" y="3661124"/>
            <a:ext cx="1889400" cy="78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 Text">
  <p:cSld name="ONE_COLUMN_TEXT_1">
    <p:bg>
      <p:bgPr>
        <a:blipFill>
          <a:blip r:embed="rId2">
            <a:alphaModFix/>
          </a:blip>
          <a:stretch>
            <a:fillRect/>
          </a:stretch>
        </a:blipFill>
        <a:effectLst/>
      </p:bgPr>
    </p:bg>
    <p:spTree>
      <p:nvGrpSpPr>
        <p:cNvPr id="1" name="Shape 130"/>
        <p:cNvGrpSpPr/>
        <p:nvPr/>
      </p:nvGrpSpPr>
      <p:grpSpPr>
        <a:xfrm>
          <a:off x="0" y="0"/>
          <a:ext cx="0" cy="0"/>
          <a:chOff x="0" y="0"/>
          <a:chExt cx="0" cy="0"/>
        </a:xfrm>
      </p:grpSpPr>
      <p:sp>
        <p:nvSpPr>
          <p:cNvPr id="131" name="Google Shape;131;p28"/>
          <p:cNvSpPr txBox="1">
            <a:spLocks noGrp="1"/>
          </p:cNvSpPr>
          <p:nvPr>
            <p:ph type="title"/>
          </p:nvPr>
        </p:nvSpPr>
        <p:spPr>
          <a:xfrm>
            <a:off x="5531425" y="1171200"/>
            <a:ext cx="2341800" cy="15249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32" name="Google Shape;132;p28"/>
          <p:cNvSpPr txBox="1">
            <a:spLocks noGrp="1"/>
          </p:cNvSpPr>
          <p:nvPr>
            <p:ph type="body" idx="1"/>
          </p:nvPr>
        </p:nvSpPr>
        <p:spPr>
          <a:xfrm>
            <a:off x="5531425" y="2774400"/>
            <a:ext cx="2341800" cy="1275600"/>
          </a:xfrm>
          <a:prstGeom prst="rect">
            <a:avLst/>
          </a:prstGeom>
        </p:spPr>
        <p:txBody>
          <a:bodyPr spcFirstLastPara="1" wrap="square" lIns="91425" tIns="91425" rIns="91425" bIns="91425" anchor="t" anchorCtr="0">
            <a:noAutofit/>
          </a:bodyPr>
          <a:lstStyle>
            <a:lvl1pPr marL="457200" lvl="0" indent="-330200" rtl="0">
              <a:spcBef>
                <a:spcPts val="0"/>
              </a:spcBef>
              <a:spcAft>
                <a:spcPts val="0"/>
              </a:spcAft>
              <a:buSzPts val="1600"/>
              <a:buChar char="●"/>
              <a:defRPr/>
            </a:lvl1pPr>
            <a:lvl2pPr marL="914400" lvl="1" indent="-330200" rtl="0">
              <a:spcBef>
                <a:spcPts val="1600"/>
              </a:spcBef>
              <a:spcAft>
                <a:spcPts val="0"/>
              </a:spcAft>
              <a:buSzPts val="1600"/>
              <a:buChar char="○"/>
              <a:defRPr/>
            </a:lvl2pPr>
            <a:lvl3pPr marL="1371600" lvl="2" indent="-330200" rtl="0">
              <a:spcBef>
                <a:spcPts val="1600"/>
              </a:spcBef>
              <a:spcAft>
                <a:spcPts val="0"/>
              </a:spcAft>
              <a:buSzPts val="1600"/>
              <a:buChar char="■"/>
              <a:defRPr/>
            </a:lvl3pPr>
            <a:lvl4pPr marL="1828800" lvl="3" indent="-330200" rtl="0">
              <a:spcBef>
                <a:spcPts val="1600"/>
              </a:spcBef>
              <a:spcAft>
                <a:spcPts val="0"/>
              </a:spcAft>
              <a:buSzPts val="1600"/>
              <a:buChar char="●"/>
              <a:defRPr/>
            </a:lvl4pPr>
            <a:lvl5pPr marL="2286000" lvl="4" indent="-330200" rtl="0">
              <a:spcBef>
                <a:spcPts val="1600"/>
              </a:spcBef>
              <a:spcAft>
                <a:spcPts val="0"/>
              </a:spcAft>
              <a:buSzPts val="1600"/>
              <a:buChar char="○"/>
              <a:defRPr/>
            </a:lvl5pPr>
            <a:lvl6pPr marL="2743200" lvl="5" indent="-330200" rtl="0">
              <a:spcBef>
                <a:spcPts val="1600"/>
              </a:spcBef>
              <a:spcAft>
                <a:spcPts val="0"/>
              </a:spcAft>
              <a:buSzPts val="1600"/>
              <a:buChar char="■"/>
              <a:defRPr/>
            </a:lvl6pPr>
            <a:lvl7pPr marL="3200400" lvl="6" indent="-330200" rtl="0">
              <a:spcBef>
                <a:spcPts val="1600"/>
              </a:spcBef>
              <a:spcAft>
                <a:spcPts val="0"/>
              </a:spcAft>
              <a:buSzPts val="1600"/>
              <a:buChar char="●"/>
              <a:defRPr/>
            </a:lvl7pPr>
            <a:lvl8pPr marL="3657600" lvl="7" indent="-330200" rtl="0">
              <a:spcBef>
                <a:spcPts val="1600"/>
              </a:spcBef>
              <a:spcAft>
                <a:spcPts val="0"/>
              </a:spcAft>
              <a:buSzPts val="1600"/>
              <a:buChar char="○"/>
              <a:defRPr/>
            </a:lvl8pPr>
            <a:lvl9pPr marL="4114800" lvl="8" indent="-330200" rtl="0">
              <a:spcBef>
                <a:spcPts val="1600"/>
              </a:spcBef>
              <a:spcAft>
                <a:spcPts val="1600"/>
              </a:spcAft>
              <a:buSzPts val="16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 Text 1">
  <p:cSld name="ONE_COLUMN_TEXT_1_1">
    <p:bg>
      <p:bgPr>
        <a:blipFill>
          <a:blip r:embed="rId2">
            <a:alphaModFix/>
          </a:blip>
          <a:stretch>
            <a:fillRect/>
          </a:stretch>
        </a:blipFill>
        <a:effectLst/>
      </p:bgPr>
    </p:bg>
    <p:spTree>
      <p:nvGrpSpPr>
        <p:cNvPr id="1" name="Shape 133"/>
        <p:cNvGrpSpPr/>
        <p:nvPr/>
      </p:nvGrpSpPr>
      <p:grpSpPr>
        <a:xfrm>
          <a:off x="0" y="0"/>
          <a:ext cx="0" cy="0"/>
          <a:chOff x="0" y="0"/>
          <a:chExt cx="0" cy="0"/>
        </a:xfrm>
      </p:grpSpPr>
      <p:sp>
        <p:nvSpPr>
          <p:cNvPr id="134" name="Google Shape;134;p29"/>
          <p:cNvSpPr txBox="1">
            <a:spLocks noGrp="1"/>
          </p:cNvSpPr>
          <p:nvPr>
            <p:ph type="title"/>
          </p:nvPr>
        </p:nvSpPr>
        <p:spPr>
          <a:xfrm>
            <a:off x="1035625" y="1171200"/>
            <a:ext cx="1363500" cy="15249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35" name="Google Shape;135;p29"/>
          <p:cNvSpPr txBox="1">
            <a:spLocks noGrp="1"/>
          </p:cNvSpPr>
          <p:nvPr>
            <p:ph type="body" idx="1"/>
          </p:nvPr>
        </p:nvSpPr>
        <p:spPr>
          <a:xfrm>
            <a:off x="1035625" y="2774400"/>
            <a:ext cx="2339700" cy="1385100"/>
          </a:xfrm>
          <a:prstGeom prst="rect">
            <a:avLst/>
          </a:prstGeom>
        </p:spPr>
        <p:txBody>
          <a:bodyPr spcFirstLastPara="1" wrap="square" lIns="91425" tIns="91425" rIns="91425" bIns="91425" anchor="t" anchorCtr="0">
            <a:noAutofit/>
          </a:bodyPr>
          <a:lstStyle>
            <a:lvl1pPr marL="457200" lvl="0" indent="-330200" rtl="0">
              <a:spcBef>
                <a:spcPts val="0"/>
              </a:spcBef>
              <a:spcAft>
                <a:spcPts val="0"/>
              </a:spcAft>
              <a:buSzPts val="1600"/>
              <a:buChar char="●"/>
              <a:defRPr/>
            </a:lvl1pPr>
            <a:lvl2pPr marL="914400" lvl="1" indent="-330200" rtl="0">
              <a:spcBef>
                <a:spcPts val="1600"/>
              </a:spcBef>
              <a:spcAft>
                <a:spcPts val="0"/>
              </a:spcAft>
              <a:buSzPts val="1600"/>
              <a:buChar char="○"/>
              <a:defRPr/>
            </a:lvl2pPr>
            <a:lvl3pPr marL="1371600" lvl="2" indent="-330200" rtl="0">
              <a:spcBef>
                <a:spcPts val="1600"/>
              </a:spcBef>
              <a:spcAft>
                <a:spcPts val="0"/>
              </a:spcAft>
              <a:buSzPts val="1600"/>
              <a:buChar char="■"/>
              <a:defRPr/>
            </a:lvl3pPr>
            <a:lvl4pPr marL="1828800" lvl="3" indent="-330200" rtl="0">
              <a:spcBef>
                <a:spcPts val="1600"/>
              </a:spcBef>
              <a:spcAft>
                <a:spcPts val="0"/>
              </a:spcAft>
              <a:buSzPts val="1600"/>
              <a:buChar char="●"/>
              <a:defRPr/>
            </a:lvl4pPr>
            <a:lvl5pPr marL="2286000" lvl="4" indent="-330200" rtl="0">
              <a:spcBef>
                <a:spcPts val="1600"/>
              </a:spcBef>
              <a:spcAft>
                <a:spcPts val="0"/>
              </a:spcAft>
              <a:buSzPts val="1600"/>
              <a:buChar char="○"/>
              <a:defRPr/>
            </a:lvl5pPr>
            <a:lvl6pPr marL="2743200" lvl="5" indent="-330200" rtl="0">
              <a:spcBef>
                <a:spcPts val="1600"/>
              </a:spcBef>
              <a:spcAft>
                <a:spcPts val="0"/>
              </a:spcAft>
              <a:buSzPts val="1600"/>
              <a:buChar char="■"/>
              <a:defRPr/>
            </a:lvl6pPr>
            <a:lvl7pPr marL="3200400" lvl="6" indent="-330200" rtl="0">
              <a:spcBef>
                <a:spcPts val="1600"/>
              </a:spcBef>
              <a:spcAft>
                <a:spcPts val="0"/>
              </a:spcAft>
              <a:buSzPts val="1600"/>
              <a:buChar char="●"/>
              <a:defRPr/>
            </a:lvl7pPr>
            <a:lvl8pPr marL="3657600" lvl="7" indent="-330200" rtl="0">
              <a:spcBef>
                <a:spcPts val="1600"/>
              </a:spcBef>
              <a:spcAft>
                <a:spcPts val="0"/>
              </a:spcAft>
              <a:buSzPts val="1600"/>
              <a:buChar char="○"/>
              <a:defRPr/>
            </a:lvl8pPr>
            <a:lvl9pPr marL="4114800" lvl="8" indent="-330200" rtl="0">
              <a:spcBef>
                <a:spcPts val="1600"/>
              </a:spcBef>
              <a:spcAft>
                <a:spcPts val="1600"/>
              </a:spcAft>
              <a:buSzPts val="16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 Text 2">
  <p:cSld name="ONE_COLUMN_TEXT_1_2">
    <p:bg>
      <p:bgPr>
        <a:blipFill>
          <a:blip r:embed="rId2">
            <a:alphaModFix/>
          </a:blip>
          <a:stretch>
            <a:fillRect/>
          </a:stretch>
        </a:blipFill>
        <a:effectLst/>
      </p:bgPr>
    </p:bg>
    <p:spTree>
      <p:nvGrpSpPr>
        <p:cNvPr id="1" name="Shape 136"/>
        <p:cNvGrpSpPr/>
        <p:nvPr/>
      </p:nvGrpSpPr>
      <p:grpSpPr>
        <a:xfrm>
          <a:off x="0" y="0"/>
          <a:ext cx="0" cy="0"/>
          <a:chOff x="0" y="0"/>
          <a:chExt cx="0" cy="0"/>
        </a:xfrm>
      </p:grpSpPr>
      <p:sp>
        <p:nvSpPr>
          <p:cNvPr id="137" name="Google Shape;137;p30"/>
          <p:cNvSpPr txBox="1">
            <a:spLocks noGrp="1"/>
          </p:cNvSpPr>
          <p:nvPr>
            <p:ph type="title"/>
          </p:nvPr>
        </p:nvSpPr>
        <p:spPr>
          <a:xfrm>
            <a:off x="5531425" y="1171200"/>
            <a:ext cx="1352700" cy="15249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38" name="Google Shape;138;p30"/>
          <p:cNvSpPr txBox="1">
            <a:spLocks noGrp="1"/>
          </p:cNvSpPr>
          <p:nvPr>
            <p:ph type="body" idx="1"/>
          </p:nvPr>
        </p:nvSpPr>
        <p:spPr>
          <a:xfrm>
            <a:off x="5531425" y="2774400"/>
            <a:ext cx="2292000" cy="1392600"/>
          </a:xfrm>
          <a:prstGeom prst="rect">
            <a:avLst/>
          </a:prstGeom>
        </p:spPr>
        <p:txBody>
          <a:bodyPr spcFirstLastPara="1" wrap="square" lIns="91425" tIns="91425" rIns="91425" bIns="91425" anchor="t" anchorCtr="0">
            <a:noAutofit/>
          </a:bodyPr>
          <a:lstStyle>
            <a:lvl1pPr marL="457200" lvl="0" indent="-330200" rtl="0">
              <a:spcBef>
                <a:spcPts val="0"/>
              </a:spcBef>
              <a:spcAft>
                <a:spcPts val="0"/>
              </a:spcAft>
              <a:buSzPts val="1600"/>
              <a:buChar char="●"/>
              <a:defRPr/>
            </a:lvl1pPr>
            <a:lvl2pPr marL="914400" lvl="1" indent="-330200" rtl="0">
              <a:spcBef>
                <a:spcPts val="1600"/>
              </a:spcBef>
              <a:spcAft>
                <a:spcPts val="0"/>
              </a:spcAft>
              <a:buSzPts val="1600"/>
              <a:buChar char="○"/>
              <a:defRPr/>
            </a:lvl2pPr>
            <a:lvl3pPr marL="1371600" lvl="2" indent="-330200" rtl="0">
              <a:spcBef>
                <a:spcPts val="1600"/>
              </a:spcBef>
              <a:spcAft>
                <a:spcPts val="0"/>
              </a:spcAft>
              <a:buSzPts val="1600"/>
              <a:buChar char="■"/>
              <a:defRPr/>
            </a:lvl3pPr>
            <a:lvl4pPr marL="1828800" lvl="3" indent="-330200" rtl="0">
              <a:spcBef>
                <a:spcPts val="1600"/>
              </a:spcBef>
              <a:spcAft>
                <a:spcPts val="0"/>
              </a:spcAft>
              <a:buSzPts val="1600"/>
              <a:buChar char="●"/>
              <a:defRPr/>
            </a:lvl4pPr>
            <a:lvl5pPr marL="2286000" lvl="4" indent="-330200" rtl="0">
              <a:spcBef>
                <a:spcPts val="1600"/>
              </a:spcBef>
              <a:spcAft>
                <a:spcPts val="0"/>
              </a:spcAft>
              <a:buSzPts val="1600"/>
              <a:buChar char="○"/>
              <a:defRPr/>
            </a:lvl5pPr>
            <a:lvl6pPr marL="2743200" lvl="5" indent="-330200" rtl="0">
              <a:spcBef>
                <a:spcPts val="1600"/>
              </a:spcBef>
              <a:spcAft>
                <a:spcPts val="0"/>
              </a:spcAft>
              <a:buSzPts val="1600"/>
              <a:buChar char="■"/>
              <a:defRPr/>
            </a:lvl6pPr>
            <a:lvl7pPr marL="3200400" lvl="6" indent="-330200" rtl="0">
              <a:spcBef>
                <a:spcPts val="1600"/>
              </a:spcBef>
              <a:spcAft>
                <a:spcPts val="0"/>
              </a:spcAft>
              <a:buSzPts val="1600"/>
              <a:buChar char="●"/>
              <a:defRPr/>
            </a:lvl7pPr>
            <a:lvl8pPr marL="3657600" lvl="7" indent="-330200" rtl="0">
              <a:spcBef>
                <a:spcPts val="1600"/>
              </a:spcBef>
              <a:spcAft>
                <a:spcPts val="0"/>
              </a:spcAft>
              <a:buSzPts val="1600"/>
              <a:buChar char="○"/>
              <a:defRPr/>
            </a:lvl8pPr>
            <a:lvl9pPr marL="4114800" lvl="8" indent="-330200" rtl="0">
              <a:spcBef>
                <a:spcPts val="1600"/>
              </a:spcBef>
              <a:spcAft>
                <a:spcPts val="1600"/>
              </a:spcAft>
              <a:buSzPts val="16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 Credits">
  <p:cSld name="BIG_NUMBER_1_1">
    <p:bg>
      <p:bgPr>
        <a:blipFill>
          <a:blip r:embed="rId2">
            <a:alphaModFix/>
          </a:blip>
          <a:stretch>
            <a:fillRect/>
          </a:stretch>
        </a:blipFill>
        <a:effectLst/>
      </p:bgPr>
    </p:bg>
    <p:spTree>
      <p:nvGrpSpPr>
        <p:cNvPr id="1" name="Shape 139"/>
        <p:cNvGrpSpPr/>
        <p:nvPr/>
      </p:nvGrpSpPr>
      <p:grpSpPr>
        <a:xfrm>
          <a:off x="0" y="0"/>
          <a:ext cx="0" cy="0"/>
          <a:chOff x="0" y="0"/>
          <a:chExt cx="0" cy="0"/>
        </a:xfrm>
      </p:grpSpPr>
      <p:sp>
        <p:nvSpPr>
          <p:cNvPr id="140" name="Google Shape;140;p31"/>
          <p:cNvSpPr txBox="1">
            <a:spLocks noGrp="1"/>
          </p:cNvSpPr>
          <p:nvPr>
            <p:ph type="title"/>
          </p:nvPr>
        </p:nvSpPr>
        <p:spPr>
          <a:xfrm>
            <a:off x="738250" y="625900"/>
            <a:ext cx="3081000" cy="934500"/>
          </a:xfrm>
          <a:prstGeom prst="rect">
            <a:avLst/>
          </a:prstGeom>
        </p:spPr>
        <p:txBody>
          <a:bodyPr spcFirstLastPara="1" wrap="square" lIns="91425" tIns="91425" rIns="91425" bIns="91425" anchor="b" anchorCtr="0">
            <a:noAutofit/>
          </a:bodyPr>
          <a:lstStyle>
            <a:lvl1pPr lvl="0" rtl="0">
              <a:lnSpc>
                <a:spcPct val="90000"/>
              </a:lnSpc>
              <a:spcBef>
                <a:spcPts val="0"/>
              </a:spcBef>
              <a:spcAft>
                <a:spcPts val="0"/>
              </a:spcAft>
              <a:buSzPts val="6500"/>
              <a:buNone/>
              <a:defRPr sz="6500"/>
            </a:lvl1pPr>
            <a:lvl2pPr lvl="1" rtl="0">
              <a:lnSpc>
                <a:spcPct val="90000"/>
              </a:lnSpc>
              <a:spcBef>
                <a:spcPts val="0"/>
              </a:spcBef>
              <a:spcAft>
                <a:spcPts val="0"/>
              </a:spcAft>
              <a:buSzPts val="2800"/>
              <a:buNone/>
              <a:defRPr/>
            </a:lvl2pPr>
            <a:lvl3pPr lvl="2" rtl="0">
              <a:lnSpc>
                <a:spcPct val="90000"/>
              </a:lnSpc>
              <a:spcBef>
                <a:spcPts val="0"/>
              </a:spcBef>
              <a:spcAft>
                <a:spcPts val="0"/>
              </a:spcAft>
              <a:buSzPts val="2800"/>
              <a:buNone/>
              <a:defRPr/>
            </a:lvl3pPr>
            <a:lvl4pPr lvl="3" rtl="0">
              <a:lnSpc>
                <a:spcPct val="90000"/>
              </a:lnSpc>
              <a:spcBef>
                <a:spcPts val="0"/>
              </a:spcBef>
              <a:spcAft>
                <a:spcPts val="0"/>
              </a:spcAft>
              <a:buSzPts val="2800"/>
              <a:buNone/>
              <a:defRPr/>
            </a:lvl4pPr>
            <a:lvl5pPr lvl="4" rtl="0">
              <a:lnSpc>
                <a:spcPct val="90000"/>
              </a:lnSpc>
              <a:spcBef>
                <a:spcPts val="0"/>
              </a:spcBef>
              <a:spcAft>
                <a:spcPts val="0"/>
              </a:spcAft>
              <a:buSzPts val="2800"/>
              <a:buNone/>
              <a:defRPr/>
            </a:lvl5pPr>
            <a:lvl6pPr lvl="5" rtl="0">
              <a:lnSpc>
                <a:spcPct val="90000"/>
              </a:lnSpc>
              <a:spcBef>
                <a:spcPts val="0"/>
              </a:spcBef>
              <a:spcAft>
                <a:spcPts val="0"/>
              </a:spcAft>
              <a:buSzPts val="2800"/>
              <a:buNone/>
              <a:defRPr/>
            </a:lvl6pPr>
            <a:lvl7pPr lvl="6" rtl="0">
              <a:lnSpc>
                <a:spcPct val="90000"/>
              </a:lnSpc>
              <a:spcBef>
                <a:spcPts val="0"/>
              </a:spcBef>
              <a:spcAft>
                <a:spcPts val="0"/>
              </a:spcAft>
              <a:buSzPts val="2800"/>
              <a:buNone/>
              <a:defRPr/>
            </a:lvl7pPr>
            <a:lvl8pPr lvl="7" rtl="0">
              <a:lnSpc>
                <a:spcPct val="90000"/>
              </a:lnSpc>
              <a:spcBef>
                <a:spcPts val="0"/>
              </a:spcBef>
              <a:spcAft>
                <a:spcPts val="0"/>
              </a:spcAft>
              <a:buSzPts val="2800"/>
              <a:buNone/>
              <a:defRPr/>
            </a:lvl8pPr>
            <a:lvl9pPr lvl="8" rtl="0">
              <a:lnSpc>
                <a:spcPct val="90000"/>
              </a:lnSpc>
              <a:spcBef>
                <a:spcPts val="0"/>
              </a:spcBef>
              <a:spcAft>
                <a:spcPts val="0"/>
              </a:spcAft>
              <a:buSzPts val="2800"/>
              <a:buNone/>
              <a:defRPr/>
            </a:lvl9pPr>
          </a:lstStyle>
          <a:p>
            <a:endParaRPr/>
          </a:p>
        </p:txBody>
      </p:sp>
      <p:sp>
        <p:nvSpPr>
          <p:cNvPr id="141" name="Google Shape;141;p31"/>
          <p:cNvSpPr txBox="1">
            <a:spLocks noGrp="1"/>
          </p:cNvSpPr>
          <p:nvPr>
            <p:ph type="subTitle" idx="1"/>
          </p:nvPr>
        </p:nvSpPr>
        <p:spPr>
          <a:xfrm>
            <a:off x="738250" y="1560425"/>
            <a:ext cx="3081000" cy="110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142" name="Google Shape;142;p31"/>
          <p:cNvSpPr txBox="1"/>
          <p:nvPr/>
        </p:nvSpPr>
        <p:spPr>
          <a:xfrm>
            <a:off x="738250" y="3426750"/>
            <a:ext cx="3208800" cy="10191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a:solidFill>
                  <a:schemeClr val="accent2"/>
                </a:solidFill>
                <a:latin typeface="Abel"/>
                <a:ea typeface="Abel"/>
                <a:cs typeface="Abel"/>
                <a:sym typeface="Abel"/>
              </a:rPr>
              <a:t>CREDITS: This presentation template was created by </a:t>
            </a:r>
            <a:r>
              <a:rPr lang="en" sz="1200">
                <a:solidFill>
                  <a:schemeClr val="accent2"/>
                </a:solidFill>
                <a:uFill>
                  <a:noFill/>
                </a:uFill>
                <a:latin typeface="Abel"/>
                <a:ea typeface="Abel"/>
                <a:cs typeface="Abel"/>
                <a:sym typeface="Abel"/>
                <a:hlinkClick r:id="rId3">
                  <a:extLst>
                    <a:ext uri="{A12FA001-AC4F-418D-AE19-62706E023703}">
                      <ahyp:hlinkClr xmlns:ahyp="http://schemas.microsoft.com/office/drawing/2018/hyperlinkcolor" val="tx"/>
                    </a:ext>
                  </a:extLst>
                </a:hlinkClick>
              </a:rPr>
              <a:t>Slidesgo</a:t>
            </a:r>
            <a:r>
              <a:rPr lang="en" sz="1200">
                <a:solidFill>
                  <a:schemeClr val="accent2"/>
                </a:solidFill>
                <a:latin typeface="Abel"/>
                <a:ea typeface="Abel"/>
                <a:cs typeface="Abel"/>
                <a:sym typeface="Abel"/>
              </a:rPr>
              <a:t>, including icons by </a:t>
            </a:r>
            <a:r>
              <a:rPr lang="en" sz="1200">
                <a:solidFill>
                  <a:schemeClr val="accent2"/>
                </a:solidFill>
                <a:uFill>
                  <a:noFill/>
                </a:uFill>
                <a:latin typeface="Abel"/>
                <a:ea typeface="Abel"/>
                <a:cs typeface="Abel"/>
                <a:sym typeface="Abel"/>
                <a:hlinkClick r:id="rId4">
                  <a:extLst>
                    <a:ext uri="{A12FA001-AC4F-418D-AE19-62706E023703}">
                      <ahyp:hlinkClr xmlns:ahyp="http://schemas.microsoft.com/office/drawing/2018/hyperlinkcolor" val="tx"/>
                    </a:ext>
                  </a:extLst>
                </a:hlinkClick>
              </a:rPr>
              <a:t>Flaticon</a:t>
            </a:r>
            <a:r>
              <a:rPr lang="en" sz="1200">
                <a:solidFill>
                  <a:schemeClr val="accent2"/>
                </a:solidFill>
                <a:latin typeface="Abel"/>
                <a:ea typeface="Abel"/>
                <a:cs typeface="Abel"/>
                <a:sym typeface="Abel"/>
              </a:rPr>
              <a:t>, and infographics &amp; images by </a:t>
            </a:r>
            <a:r>
              <a:rPr lang="en" sz="1200">
                <a:solidFill>
                  <a:schemeClr val="accent2"/>
                </a:solidFill>
                <a:uFill>
                  <a:noFill/>
                </a:uFill>
                <a:latin typeface="Abel"/>
                <a:ea typeface="Abel"/>
                <a:cs typeface="Abel"/>
                <a:sym typeface="Abel"/>
                <a:hlinkClick r:id="rId5">
                  <a:extLst>
                    <a:ext uri="{A12FA001-AC4F-418D-AE19-62706E023703}">
                      <ahyp:hlinkClr xmlns:ahyp="http://schemas.microsoft.com/office/drawing/2018/hyperlinkcolor" val="tx"/>
                    </a:ext>
                  </a:extLst>
                </a:hlinkClick>
              </a:rPr>
              <a:t>Freepik</a:t>
            </a:r>
            <a:r>
              <a:rPr lang="en" sz="1200">
                <a:solidFill>
                  <a:schemeClr val="accent2"/>
                </a:solidFill>
                <a:latin typeface="Abel"/>
                <a:ea typeface="Abel"/>
                <a:cs typeface="Abel"/>
                <a:sym typeface="Abel"/>
              </a:rPr>
              <a:t>. </a:t>
            </a:r>
            <a:endParaRPr sz="1200">
              <a:solidFill>
                <a:schemeClr val="accent2"/>
              </a:solidFill>
              <a:latin typeface="Abel"/>
              <a:ea typeface="Abel"/>
              <a:cs typeface="Abel"/>
              <a:sym typeface="Abel"/>
            </a:endParaRPr>
          </a:p>
          <a:p>
            <a:pPr marL="0" lvl="0" indent="0" algn="l" rtl="0">
              <a:spcBef>
                <a:spcPts val="300"/>
              </a:spcBef>
              <a:spcAft>
                <a:spcPts val="0"/>
              </a:spcAft>
              <a:buNone/>
            </a:pPr>
            <a:endParaRPr sz="1200">
              <a:solidFill>
                <a:schemeClr val="accent2"/>
              </a:solidFill>
              <a:latin typeface="Abel"/>
              <a:ea typeface="Abel"/>
              <a:cs typeface="Abel"/>
              <a:sym typeface="Abe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 Bullet Points 1">
  <p:cSld name="TITLE_AND_BODY_2_1">
    <p:bg>
      <p:bgPr>
        <a:blipFill>
          <a:blip r:embed="rId2">
            <a:alphaModFix/>
          </a:blip>
          <a:stretch>
            <a:fillRect/>
          </a:stretch>
        </a:blipFill>
        <a:effectLst/>
      </p:bgPr>
    </p:bg>
    <p:spTree>
      <p:nvGrpSpPr>
        <p:cNvPr id="1" name="Shape 143"/>
        <p:cNvGrpSpPr/>
        <p:nvPr/>
      </p:nvGrpSpPr>
      <p:grpSpPr>
        <a:xfrm>
          <a:off x="0" y="0"/>
          <a:ext cx="0" cy="0"/>
          <a:chOff x="0" y="0"/>
          <a:chExt cx="0" cy="0"/>
        </a:xfrm>
      </p:grpSpPr>
      <p:sp>
        <p:nvSpPr>
          <p:cNvPr id="144" name="Google Shape;144;p32"/>
          <p:cNvSpPr txBox="1">
            <a:spLocks noGrp="1"/>
          </p:cNvSpPr>
          <p:nvPr>
            <p:ph type="title"/>
          </p:nvPr>
        </p:nvSpPr>
        <p:spPr>
          <a:xfrm>
            <a:off x="895750" y="7289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5" name="Google Shape;145;p32"/>
          <p:cNvSpPr txBox="1">
            <a:spLocks noGrp="1"/>
          </p:cNvSpPr>
          <p:nvPr>
            <p:ph type="body" idx="1"/>
          </p:nvPr>
        </p:nvSpPr>
        <p:spPr>
          <a:xfrm>
            <a:off x="895750" y="1539675"/>
            <a:ext cx="4182000" cy="26625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1600"/>
              </a:spcBef>
              <a:spcAft>
                <a:spcPts val="0"/>
              </a:spcAft>
              <a:buSzPts val="1400"/>
              <a:buChar char="○"/>
              <a:defRPr sz="1400"/>
            </a:lvl2pPr>
            <a:lvl3pPr marL="1371600" lvl="2" indent="-317500" rtl="0">
              <a:spcBef>
                <a:spcPts val="1600"/>
              </a:spcBef>
              <a:spcAft>
                <a:spcPts val="0"/>
              </a:spcAft>
              <a:buSzPts val="1400"/>
              <a:buChar char="■"/>
              <a:defRPr sz="1400"/>
            </a:lvl3pPr>
            <a:lvl4pPr marL="1828800" lvl="3" indent="-317500" rtl="0">
              <a:spcBef>
                <a:spcPts val="1600"/>
              </a:spcBef>
              <a:spcAft>
                <a:spcPts val="0"/>
              </a:spcAft>
              <a:buSzPts val="1400"/>
              <a:buChar char="●"/>
              <a:defRPr sz="1400"/>
            </a:lvl4pPr>
            <a:lvl5pPr marL="2286000" lvl="4" indent="-317500" rtl="0">
              <a:spcBef>
                <a:spcPts val="1600"/>
              </a:spcBef>
              <a:spcAft>
                <a:spcPts val="0"/>
              </a:spcAft>
              <a:buSzPts val="1400"/>
              <a:buChar char="○"/>
              <a:defRPr sz="1400"/>
            </a:lvl5pPr>
            <a:lvl6pPr marL="2743200" lvl="5" indent="-317500" rtl="0">
              <a:spcBef>
                <a:spcPts val="1600"/>
              </a:spcBef>
              <a:spcAft>
                <a:spcPts val="0"/>
              </a:spcAft>
              <a:buSzPts val="1400"/>
              <a:buChar char="■"/>
              <a:defRPr sz="1400"/>
            </a:lvl6pPr>
            <a:lvl7pPr marL="3200400" lvl="6" indent="-317500" rtl="0">
              <a:spcBef>
                <a:spcPts val="1600"/>
              </a:spcBef>
              <a:spcAft>
                <a:spcPts val="0"/>
              </a:spcAft>
              <a:buSzPts val="1400"/>
              <a:buChar char="●"/>
              <a:defRPr sz="1400"/>
            </a:lvl7pPr>
            <a:lvl8pPr marL="3657600" lvl="7" indent="-317500" rtl="0">
              <a:spcBef>
                <a:spcPts val="1600"/>
              </a:spcBef>
              <a:spcAft>
                <a:spcPts val="0"/>
              </a:spcAft>
              <a:buSzPts val="1400"/>
              <a:buChar char="○"/>
              <a:defRPr sz="1400"/>
            </a:lvl8pPr>
            <a:lvl9pPr marL="4114800" lvl="8" indent="-317500" rtl="0">
              <a:spcBef>
                <a:spcPts val="1600"/>
              </a:spcBef>
              <a:spcAft>
                <a:spcPts val="1600"/>
              </a:spcAft>
              <a:buSzPts val="1400"/>
              <a:buChar char="■"/>
              <a:defRPr sz="14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 Bullet Points 2">
  <p:cSld name="TITLE_AND_BODY_2_1_1">
    <p:bg>
      <p:bgPr>
        <a:blipFill>
          <a:blip r:embed="rId2">
            <a:alphaModFix/>
          </a:blip>
          <a:stretch>
            <a:fillRect/>
          </a:stretch>
        </a:blipFill>
        <a:effectLst/>
      </p:bgPr>
    </p:bg>
    <p:spTree>
      <p:nvGrpSpPr>
        <p:cNvPr id="1" name="Shape 146"/>
        <p:cNvGrpSpPr/>
        <p:nvPr/>
      </p:nvGrpSpPr>
      <p:grpSpPr>
        <a:xfrm>
          <a:off x="0" y="0"/>
          <a:ext cx="0" cy="0"/>
          <a:chOff x="0" y="0"/>
          <a:chExt cx="0" cy="0"/>
        </a:xfrm>
      </p:grpSpPr>
      <p:sp>
        <p:nvSpPr>
          <p:cNvPr id="147" name="Google Shape;147;p33"/>
          <p:cNvSpPr txBox="1">
            <a:spLocks noGrp="1"/>
          </p:cNvSpPr>
          <p:nvPr>
            <p:ph type="title"/>
          </p:nvPr>
        </p:nvSpPr>
        <p:spPr>
          <a:xfrm>
            <a:off x="4477150" y="7289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8" name="Google Shape;148;p33"/>
          <p:cNvSpPr txBox="1">
            <a:spLocks noGrp="1"/>
          </p:cNvSpPr>
          <p:nvPr>
            <p:ph type="body" idx="1"/>
          </p:nvPr>
        </p:nvSpPr>
        <p:spPr>
          <a:xfrm>
            <a:off x="4477150" y="1539675"/>
            <a:ext cx="3911400" cy="2662500"/>
          </a:xfrm>
          <a:prstGeom prst="rect">
            <a:avLst/>
          </a:prstGeom>
        </p:spPr>
        <p:txBody>
          <a:bodyPr spcFirstLastPara="1" wrap="square" lIns="91425" tIns="91425" rIns="91425" bIns="91425" anchor="t" anchorCtr="0">
            <a:noAutofit/>
          </a:bodyPr>
          <a:lstStyle>
            <a:lvl1pPr marL="457200" lvl="0" indent="-330200" rtl="0">
              <a:spcBef>
                <a:spcPts val="0"/>
              </a:spcBef>
              <a:spcAft>
                <a:spcPts val="0"/>
              </a:spcAft>
              <a:buSzPts val="1600"/>
              <a:buChar char="●"/>
              <a:defRPr sz="1600"/>
            </a:lvl1pPr>
            <a:lvl2pPr marL="914400" lvl="1" indent="-330200" rtl="0">
              <a:spcBef>
                <a:spcPts val="1600"/>
              </a:spcBef>
              <a:spcAft>
                <a:spcPts val="0"/>
              </a:spcAft>
              <a:buSzPts val="1600"/>
              <a:buChar char="○"/>
              <a:defRPr sz="1600"/>
            </a:lvl2pPr>
            <a:lvl3pPr marL="1371600" lvl="2" indent="-330200" rtl="0">
              <a:spcBef>
                <a:spcPts val="1600"/>
              </a:spcBef>
              <a:spcAft>
                <a:spcPts val="0"/>
              </a:spcAft>
              <a:buSzPts val="1600"/>
              <a:buChar char="■"/>
              <a:defRPr sz="1600"/>
            </a:lvl3pPr>
            <a:lvl4pPr marL="1828800" lvl="3" indent="-330200" rtl="0">
              <a:spcBef>
                <a:spcPts val="1600"/>
              </a:spcBef>
              <a:spcAft>
                <a:spcPts val="0"/>
              </a:spcAft>
              <a:buSzPts val="1600"/>
              <a:buChar char="●"/>
              <a:defRPr sz="1600"/>
            </a:lvl4pPr>
            <a:lvl5pPr marL="2286000" lvl="4" indent="-330200" rtl="0">
              <a:spcBef>
                <a:spcPts val="1600"/>
              </a:spcBef>
              <a:spcAft>
                <a:spcPts val="0"/>
              </a:spcAft>
              <a:buSzPts val="1600"/>
              <a:buChar char="○"/>
              <a:defRPr sz="1600"/>
            </a:lvl5pPr>
            <a:lvl6pPr marL="2743200" lvl="5" indent="-330200" rtl="0">
              <a:spcBef>
                <a:spcPts val="1600"/>
              </a:spcBef>
              <a:spcAft>
                <a:spcPts val="0"/>
              </a:spcAft>
              <a:buSzPts val="1600"/>
              <a:buChar char="■"/>
              <a:defRPr sz="1600"/>
            </a:lvl6pPr>
            <a:lvl7pPr marL="3200400" lvl="6" indent="-330200" rtl="0">
              <a:spcBef>
                <a:spcPts val="1600"/>
              </a:spcBef>
              <a:spcAft>
                <a:spcPts val="0"/>
              </a:spcAft>
              <a:buSzPts val="1600"/>
              <a:buChar char="●"/>
              <a:defRPr sz="1600"/>
            </a:lvl7pPr>
            <a:lvl8pPr marL="3657600" lvl="7" indent="-330200" rtl="0">
              <a:spcBef>
                <a:spcPts val="1600"/>
              </a:spcBef>
              <a:spcAft>
                <a:spcPts val="0"/>
              </a:spcAft>
              <a:buSzPts val="1600"/>
              <a:buChar char="○"/>
              <a:defRPr sz="1600"/>
            </a:lvl8pPr>
            <a:lvl9pPr marL="4114800" lvl="8" indent="-330200" rtl="0">
              <a:spcBef>
                <a:spcPts val="1600"/>
              </a:spcBef>
              <a:spcAft>
                <a:spcPts val="1600"/>
              </a:spcAft>
              <a:buSzPts val="1600"/>
              <a:buChar char="■"/>
              <a:defRPr sz="16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p:cSld name="BLANK_1">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53"/>
        <p:cNvGrpSpPr/>
        <p:nvPr/>
      </p:nvGrpSpPr>
      <p:grpSpPr>
        <a:xfrm>
          <a:off x="0" y="0"/>
          <a:ext cx="0" cy="0"/>
          <a:chOff x="0" y="0"/>
          <a:chExt cx="0" cy="0"/>
        </a:xfrm>
      </p:grpSpPr>
      <p:sp>
        <p:nvSpPr>
          <p:cNvPr id="154" name="Google Shape;154;p36"/>
          <p:cNvSpPr txBox="1">
            <a:spLocks noGrp="1"/>
          </p:cNvSpPr>
          <p:nvPr>
            <p:ph type="ctrTitle"/>
          </p:nvPr>
        </p:nvSpPr>
        <p:spPr>
          <a:xfrm>
            <a:off x="4976800" y="1653025"/>
            <a:ext cx="4063200" cy="1213800"/>
          </a:xfrm>
          <a:prstGeom prst="rect">
            <a:avLst/>
          </a:prstGeom>
        </p:spPr>
        <p:txBody>
          <a:bodyPr spcFirstLastPara="1" wrap="square" lIns="91425" tIns="91425" rIns="91425" bIns="91425" anchor="b" anchorCtr="0">
            <a:noAutofit/>
          </a:bodyPr>
          <a:lstStyle>
            <a:lvl1pPr lvl="0" algn="ctr">
              <a:spcBef>
                <a:spcPts val="0"/>
              </a:spcBef>
              <a:spcAft>
                <a:spcPts val="0"/>
              </a:spcAft>
              <a:buSzPts val="11000"/>
              <a:buFont typeface="Staatliches"/>
              <a:buNone/>
              <a:defRPr sz="11000">
                <a:latin typeface="Staatliches"/>
                <a:ea typeface="Staatliches"/>
                <a:cs typeface="Staatliches"/>
                <a:sym typeface="Staatliches"/>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endParaRPr/>
          </a:p>
        </p:txBody>
      </p:sp>
      <p:sp>
        <p:nvSpPr>
          <p:cNvPr id="155" name="Google Shape;155;p36"/>
          <p:cNvSpPr txBox="1">
            <a:spLocks noGrp="1"/>
          </p:cNvSpPr>
          <p:nvPr>
            <p:ph type="subTitle" idx="1"/>
          </p:nvPr>
        </p:nvSpPr>
        <p:spPr>
          <a:xfrm>
            <a:off x="5668150" y="3312325"/>
            <a:ext cx="2680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56"/>
        <p:cNvGrpSpPr/>
        <p:nvPr/>
      </p:nvGrpSpPr>
      <p:grpSpPr>
        <a:xfrm>
          <a:off x="0" y="0"/>
          <a:ext cx="0" cy="0"/>
          <a:chOff x="0" y="0"/>
          <a:chExt cx="0" cy="0"/>
        </a:xfrm>
      </p:grpSpPr>
      <p:sp>
        <p:nvSpPr>
          <p:cNvPr id="157" name="Google Shape;157;p37"/>
          <p:cNvSpPr txBox="1">
            <a:spLocks noGrp="1"/>
          </p:cNvSpPr>
          <p:nvPr>
            <p:ph type="title"/>
          </p:nvPr>
        </p:nvSpPr>
        <p:spPr>
          <a:xfrm>
            <a:off x="5541350" y="2280088"/>
            <a:ext cx="25869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8" name="Google Shape;158;p37"/>
          <p:cNvSpPr txBox="1">
            <a:spLocks noGrp="1"/>
          </p:cNvSpPr>
          <p:nvPr>
            <p:ph type="title" idx="2" hasCustomPrompt="1"/>
          </p:nvPr>
        </p:nvSpPr>
        <p:spPr>
          <a:xfrm>
            <a:off x="5541350" y="1294038"/>
            <a:ext cx="2586900" cy="10842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6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59" name="Google Shape;159;p37"/>
          <p:cNvSpPr txBox="1">
            <a:spLocks noGrp="1"/>
          </p:cNvSpPr>
          <p:nvPr>
            <p:ph type="subTitle" idx="1"/>
          </p:nvPr>
        </p:nvSpPr>
        <p:spPr>
          <a:xfrm>
            <a:off x="5541350" y="3007663"/>
            <a:ext cx="2586900" cy="841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60"/>
        <p:cNvGrpSpPr/>
        <p:nvPr/>
      </p:nvGrpSpPr>
      <p:grpSpPr>
        <a:xfrm>
          <a:off x="0" y="0"/>
          <a:ext cx="0" cy="0"/>
          <a:chOff x="0" y="0"/>
          <a:chExt cx="0" cy="0"/>
        </a:xfrm>
      </p:grpSpPr>
      <p:sp>
        <p:nvSpPr>
          <p:cNvPr id="161" name="Google Shape;161;p38"/>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2" name="Google Shape;162;p38"/>
          <p:cNvSpPr txBox="1">
            <a:spLocks noGrp="1"/>
          </p:cNvSpPr>
          <p:nvPr>
            <p:ph type="body" idx="1"/>
          </p:nvPr>
        </p:nvSpPr>
        <p:spPr>
          <a:xfrm>
            <a:off x="889000" y="1388325"/>
            <a:ext cx="4182000" cy="26625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sz="1600"/>
            </a:lvl1pPr>
            <a:lvl2pPr marL="914400" lvl="1" indent="-330200">
              <a:spcBef>
                <a:spcPts val="1600"/>
              </a:spcBef>
              <a:spcAft>
                <a:spcPts val="0"/>
              </a:spcAft>
              <a:buSzPts val="1600"/>
              <a:buChar char="○"/>
              <a:defRPr sz="1600"/>
            </a:lvl2pPr>
            <a:lvl3pPr marL="1371600" lvl="2" indent="-330200">
              <a:spcBef>
                <a:spcPts val="1600"/>
              </a:spcBef>
              <a:spcAft>
                <a:spcPts val="0"/>
              </a:spcAft>
              <a:buSzPts val="1600"/>
              <a:buChar char="■"/>
              <a:defRPr sz="1600"/>
            </a:lvl3pPr>
            <a:lvl4pPr marL="1828800" lvl="3" indent="-330200">
              <a:spcBef>
                <a:spcPts val="1600"/>
              </a:spcBef>
              <a:spcAft>
                <a:spcPts val="0"/>
              </a:spcAft>
              <a:buSzPts val="1600"/>
              <a:buChar char="●"/>
              <a:defRPr sz="1600"/>
            </a:lvl4pPr>
            <a:lvl5pPr marL="2286000" lvl="4" indent="-330200">
              <a:spcBef>
                <a:spcPts val="1600"/>
              </a:spcBef>
              <a:spcAft>
                <a:spcPts val="0"/>
              </a:spcAft>
              <a:buSzPts val="1600"/>
              <a:buChar char="○"/>
              <a:defRPr sz="1600"/>
            </a:lvl5pPr>
            <a:lvl6pPr marL="2743200" lvl="5" indent="-330200">
              <a:spcBef>
                <a:spcPts val="1600"/>
              </a:spcBef>
              <a:spcAft>
                <a:spcPts val="0"/>
              </a:spcAft>
              <a:buSzPts val="1600"/>
              <a:buChar char="■"/>
              <a:defRPr sz="1600"/>
            </a:lvl6pPr>
            <a:lvl7pPr marL="3200400" lvl="6" indent="-330200">
              <a:spcBef>
                <a:spcPts val="1600"/>
              </a:spcBef>
              <a:spcAft>
                <a:spcPts val="0"/>
              </a:spcAft>
              <a:buSzPts val="1600"/>
              <a:buChar char="●"/>
              <a:defRPr sz="1600"/>
            </a:lvl7pPr>
            <a:lvl8pPr marL="3657600" lvl="7" indent="-330200">
              <a:spcBef>
                <a:spcPts val="1600"/>
              </a:spcBef>
              <a:spcAft>
                <a:spcPts val="0"/>
              </a:spcAft>
              <a:buSzPts val="1600"/>
              <a:buChar char="○"/>
              <a:defRPr sz="1600"/>
            </a:lvl8pPr>
            <a:lvl9pPr marL="4114800" lvl="8" indent="-330200">
              <a:spcBef>
                <a:spcPts val="1600"/>
              </a:spcBef>
              <a:spcAft>
                <a:spcPts val="1600"/>
              </a:spcAft>
              <a:buSzPts val="1600"/>
              <a:buChar char="■"/>
              <a:defRPr sz="16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163"/>
        <p:cNvGrpSpPr/>
        <p:nvPr/>
      </p:nvGrpSpPr>
      <p:grpSpPr>
        <a:xfrm>
          <a:off x="0" y="0"/>
          <a:ext cx="0" cy="0"/>
          <a:chOff x="0" y="0"/>
          <a:chExt cx="0" cy="0"/>
        </a:xfrm>
      </p:grpSpPr>
      <p:sp>
        <p:nvSpPr>
          <p:cNvPr id="164" name="Google Shape;164;p39"/>
          <p:cNvSpPr txBox="1">
            <a:spLocks noGrp="1"/>
          </p:cNvSpPr>
          <p:nvPr>
            <p:ph type="body" idx="1"/>
          </p:nvPr>
        </p:nvSpPr>
        <p:spPr>
          <a:xfrm>
            <a:off x="1128925" y="1932475"/>
            <a:ext cx="3163800" cy="24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a:endParaRPr/>
          </a:p>
        </p:txBody>
      </p:sp>
      <p:sp>
        <p:nvSpPr>
          <p:cNvPr id="165" name="Google Shape;165;p39"/>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6" name="Google Shape;166;p39"/>
          <p:cNvSpPr txBox="1">
            <a:spLocks noGrp="1"/>
          </p:cNvSpPr>
          <p:nvPr>
            <p:ph type="body" idx="2"/>
          </p:nvPr>
        </p:nvSpPr>
        <p:spPr>
          <a:xfrm>
            <a:off x="4851275" y="1932625"/>
            <a:ext cx="3163800" cy="24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a:endParaRPr/>
          </a:p>
        </p:txBody>
      </p:sp>
      <p:sp>
        <p:nvSpPr>
          <p:cNvPr id="167" name="Google Shape;167;p39"/>
          <p:cNvSpPr txBox="1">
            <a:spLocks noGrp="1"/>
          </p:cNvSpPr>
          <p:nvPr>
            <p:ph type="subTitle" idx="3"/>
          </p:nvPr>
        </p:nvSpPr>
        <p:spPr>
          <a:xfrm>
            <a:off x="1128925" y="1460875"/>
            <a:ext cx="2629200" cy="4716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accent4"/>
              </a:buClr>
              <a:buSzPts val="1800"/>
              <a:buFont typeface="Staatliches"/>
              <a:buNone/>
              <a:defRPr sz="1800">
                <a:solidFill>
                  <a:schemeClr val="accent4"/>
                </a:solidFill>
                <a:latin typeface="Staatliches"/>
                <a:ea typeface="Staatliches"/>
                <a:cs typeface="Staatliches"/>
                <a:sym typeface="Staatliches"/>
              </a:defRPr>
            </a:lvl1pPr>
            <a:lvl2pPr lvl="1" algn="ctr">
              <a:lnSpc>
                <a:spcPct val="100000"/>
              </a:lnSpc>
              <a:spcBef>
                <a:spcPts val="0"/>
              </a:spcBef>
              <a:spcAft>
                <a:spcPts val="0"/>
              </a:spcAft>
              <a:buClr>
                <a:schemeClr val="accent4"/>
              </a:buClr>
              <a:buSzPts val="1800"/>
              <a:buNone/>
              <a:defRPr sz="1800">
                <a:solidFill>
                  <a:schemeClr val="accent4"/>
                </a:solidFill>
              </a:defRPr>
            </a:lvl2pPr>
            <a:lvl3pPr lvl="2" algn="ctr">
              <a:lnSpc>
                <a:spcPct val="100000"/>
              </a:lnSpc>
              <a:spcBef>
                <a:spcPts val="0"/>
              </a:spcBef>
              <a:spcAft>
                <a:spcPts val="0"/>
              </a:spcAft>
              <a:buClr>
                <a:schemeClr val="accent4"/>
              </a:buClr>
              <a:buSzPts val="1800"/>
              <a:buNone/>
              <a:defRPr sz="1800">
                <a:solidFill>
                  <a:schemeClr val="accent4"/>
                </a:solidFill>
              </a:defRPr>
            </a:lvl3pPr>
            <a:lvl4pPr lvl="3" algn="ctr">
              <a:lnSpc>
                <a:spcPct val="100000"/>
              </a:lnSpc>
              <a:spcBef>
                <a:spcPts val="0"/>
              </a:spcBef>
              <a:spcAft>
                <a:spcPts val="0"/>
              </a:spcAft>
              <a:buClr>
                <a:schemeClr val="accent4"/>
              </a:buClr>
              <a:buSzPts val="1800"/>
              <a:buNone/>
              <a:defRPr sz="1800">
                <a:solidFill>
                  <a:schemeClr val="accent4"/>
                </a:solidFill>
              </a:defRPr>
            </a:lvl4pPr>
            <a:lvl5pPr lvl="4" algn="ctr">
              <a:lnSpc>
                <a:spcPct val="100000"/>
              </a:lnSpc>
              <a:spcBef>
                <a:spcPts val="0"/>
              </a:spcBef>
              <a:spcAft>
                <a:spcPts val="0"/>
              </a:spcAft>
              <a:buClr>
                <a:schemeClr val="accent4"/>
              </a:buClr>
              <a:buSzPts val="1800"/>
              <a:buNone/>
              <a:defRPr sz="1800">
                <a:solidFill>
                  <a:schemeClr val="accent4"/>
                </a:solidFill>
              </a:defRPr>
            </a:lvl5pPr>
            <a:lvl6pPr lvl="5" algn="ctr">
              <a:lnSpc>
                <a:spcPct val="100000"/>
              </a:lnSpc>
              <a:spcBef>
                <a:spcPts val="0"/>
              </a:spcBef>
              <a:spcAft>
                <a:spcPts val="0"/>
              </a:spcAft>
              <a:buClr>
                <a:schemeClr val="accent4"/>
              </a:buClr>
              <a:buSzPts val="1800"/>
              <a:buNone/>
              <a:defRPr sz="1800">
                <a:solidFill>
                  <a:schemeClr val="accent4"/>
                </a:solidFill>
              </a:defRPr>
            </a:lvl6pPr>
            <a:lvl7pPr lvl="6" algn="ctr">
              <a:lnSpc>
                <a:spcPct val="100000"/>
              </a:lnSpc>
              <a:spcBef>
                <a:spcPts val="0"/>
              </a:spcBef>
              <a:spcAft>
                <a:spcPts val="0"/>
              </a:spcAft>
              <a:buClr>
                <a:schemeClr val="accent4"/>
              </a:buClr>
              <a:buSzPts val="1800"/>
              <a:buNone/>
              <a:defRPr sz="1800">
                <a:solidFill>
                  <a:schemeClr val="accent4"/>
                </a:solidFill>
              </a:defRPr>
            </a:lvl7pPr>
            <a:lvl8pPr lvl="7" algn="ctr">
              <a:lnSpc>
                <a:spcPct val="100000"/>
              </a:lnSpc>
              <a:spcBef>
                <a:spcPts val="0"/>
              </a:spcBef>
              <a:spcAft>
                <a:spcPts val="0"/>
              </a:spcAft>
              <a:buClr>
                <a:schemeClr val="accent4"/>
              </a:buClr>
              <a:buSzPts val="1800"/>
              <a:buNone/>
              <a:defRPr sz="1800">
                <a:solidFill>
                  <a:schemeClr val="accent4"/>
                </a:solidFill>
              </a:defRPr>
            </a:lvl8pPr>
            <a:lvl9pPr lvl="8" algn="ctr">
              <a:lnSpc>
                <a:spcPct val="100000"/>
              </a:lnSpc>
              <a:spcBef>
                <a:spcPts val="0"/>
              </a:spcBef>
              <a:spcAft>
                <a:spcPts val="0"/>
              </a:spcAft>
              <a:buClr>
                <a:schemeClr val="accent4"/>
              </a:buClr>
              <a:buSzPts val="1800"/>
              <a:buNone/>
              <a:defRPr sz="1800">
                <a:solidFill>
                  <a:schemeClr val="accent4"/>
                </a:solidFill>
              </a:defRPr>
            </a:lvl9pPr>
          </a:lstStyle>
          <a:p>
            <a:endParaRPr/>
          </a:p>
        </p:txBody>
      </p:sp>
      <p:sp>
        <p:nvSpPr>
          <p:cNvPr id="168" name="Google Shape;168;p39"/>
          <p:cNvSpPr txBox="1">
            <a:spLocks noGrp="1"/>
          </p:cNvSpPr>
          <p:nvPr>
            <p:ph type="subTitle" idx="4"/>
          </p:nvPr>
        </p:nvSpPr>
        <p:spPr>
          <a:xfrm>
            <a:off x="4851275" y="1460875"/>
            <a:ext cx="2629200" cy="4716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accent4"/>
              </a:buClr>
              <a:buSzPts val="1800"/>
              <a:buFont typeface="Staatliches"/>
              <a:buNone/>
              <a:defRPr sz="1800">
                <a:solidFill>
                  <a:schemeClr val="accent4"/>
                </a:solidFill>
                <a:latin typeface="Staatliches"/>
                <a:ea typeface="Staatliches"/>
                <a:cs typeface="Staatliches"/>
                <a:sym typeface="Staatliches"/>
              </a:defRPr>
            </a:lvl1pPr>
            <a:lvl2pPr lvl="1" algn="ctr">
              <a:lnSpc>
                <a:spcPct val="100000"/>
              </a:lnSpc>
              <a:spcBef>
                <a:spcPts val="0"/>
              </a:spcBef>
              <a:spcAft>
                <a:spcPts val="0"/>
              </a:spcAft>
              <a:buClr>
                <a:schemeClr val="accent4"/>
              </a:buClr>
              <a:buSzPts val="1800"/>
              <a:buNone/>
              <a:defRPr sz="1800">
                <a:solidFill>
                  <a:schemeClr val="accent4"/>
                </a:solidFill>
              </a:defRPr>
            </a:lvl2pPr>
            <a:lvl3pPr lvl="2" algn="ctr">
              <a:lnSpc>
                <a:spcPct val="100000"/>
              </a:lnSpc>
              <a:spcBef>
                <a:spcPts val="0"/>
              </a:spcBef>
              <a:spcAft>
                <a:spcPts val="0"/>
              </a:spcAft>
              <a:buClr>
                <a:schemeClr val="accent4"/>
              </a:buClr>
              <a:buSzPts val="1800"/>
              <a:buNone/>
              <a:defRPr sz="1800">
                <a:solidFill>
                  <a:schemeClr val="accent4"/>
                </a:solidFill>
              </a:defRPr>
            </a:lvl3pPr>
            <a:lvl4pPr lvl="3" algn="ctr">
              <a:lnSpc>
                <a:spcPct val="100000"/>
              </a:lnSpc>
              <a:spcBef>
                <a:spcPts val="0"/>
              </a:spcBef>
              <a:spcAft>
                <a:spcPts val="0"/>
              </a:spcAft>
              <a:buClr>
                <a:schemeClr val="accent4"/>
              </a:buClr>
              <a:buSzPts val="1800"/>
              <a:buNone/>
              <a:defRPr sz="1800">
                <a:solidFill>
                  <a:schemeClr val="accent4"/>
                </a:solidFill>
              </a:defRPr>
            </a:lvl4pPr>
            <a:lvl5pPr lvl="4" algn="ctr">
              <a:lnSpc>
                <a:spcPct val="100000"/>
              </a:lnSpc>
              <a:spcBef>
                <a:spcPts val="0"/>
              </a:spcBef>
              <a:spcAft>
                <a:spcPts val="0"/>
              </a:spcAft>
              <a:buClr>
                <a:schemeClr val="accent4"/>
              </a:buClr>
              <a:buSzPts val="1800"/>
              <a:buNone/>
              <a:defRPr sz="1800">
                <a:solidFill>
                  <a:schemeClr val="accent4"/>
                </a:solidFill>
              </a:defRPr>
            </a:lvl5pPr>
            <a:lvl6pPr lvl="5" algn="ctr">
              <a:lnSpc>
                <a:spcPct val="100000"/>
              </a:lnSpc>
              <a:spcBef>
                <a:spcPts val="0"/>
              </a:spcBef>
              <a:spcAft>
                <a:spcPts val="0"/>
              </a:spcAft>
              <a:buClr>
                <a:schemeClr val="accent4"/>
              </a:buClr>
              <a:buSzPts val="1800"/>
              <a:buNone/>
              <a:defRPr sz="1800">
                <a:solidFill>
                  <a:schemeClr val="accent4"/>
                </a:solidFill>
              </a:defRPr>
            </a:lvl6pPr>
            <a:lvl7pPr lvl="6" algn="ctr">
              <a:lnSpc>
                <a:spcPct val="100000"/>
              </a:lnSpc>
              <a:spcBef>
                <a:spcPts val="0"/>
              </a:spcBef>
              <a:spcAft>
                <a:spcPts val="0"/>
              </a:spcAft>
              <a:buClr>
                <a:schemeClr val="accent4"/>
              </a:buClr>
              <a:buSzPts val="1800"/>
              <a:buNone/>
              <a:defRPr sz="1800">
                <a:solidFill>
                  <a:schemeClr val="accent4"/>
                </a:solidFill>
              </a:defRPr>
            </a:lvl7pPr>
            <a:lvl8pPr lvl="7" algn="ctr">
              <a:lnSpc>
                <a:spcPct val="100000"/>
              </a:lnSpc>
              <a:spcBef>
                <a:spcPts val="0"/>
              </a:spcBef>
              <a:spcAft>
                <a:spcPts val="0"/>
              </a:spcAft>
              <a:buClr>
                <a:schemeClr val="accent4"/>
              </a:buClr>
              <a:buSzPts val="1800"/>
              <a:buNone/>
              <a:defRPr sz="1800">
                <a:solidFill>
                  <a:schemeClr val="accent4"/>
                </a:solidFill>
              </a:defRPr>
            </a:lvl8pPr>
            <a:lvl9pPr lvl="8" algn="ctr">
              <a:lnSpc>
                <a:spcPct val="100000"/>
              </a:lnSpc>
              <a:spcBef>
                <a:spcPts val="0"/>
              </a:spcBef>
              <a:spcAft>
                <a:spcPts val="0"/>
              </a:spcAft>
              <a:buClr>
                <a:schemeClr val="accent4"/>
              </a:buClr>
              <a:buSzPts val="1800"/>
              <a:buNone/>
              <a:defRPr sz="1800">
                <a:solidFill>
                  <a:schemeClr val="accent4"/>
                </a:solidFil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169"/>
        <p:cNvGrpSpPr/>
        <p:nvPr/>
      </p:nvGrpSpPr>
      <p:grpSpPr>
        <a:xfrm>
          <a:off x="0" y="0"/>
          <a:ext cx="0" cy="0"/>
          <a:chOff x="0" y="0"/>
          <a:chExt cx="0" cy="0"/>
        </a:xfrm>
      </p:grpSpPr>
      <p:sp>
        <p:nvSpPr>
          <p:cNvPr id="170" name="Google Shape;170;p40"/>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71"/>
        <p:cNvGrpSpPr/>
        <p:nvPr/>
      </p:nvGrpSpPr>
      <p:grpSpPr>
        <a:xfrm>
          <a:off x="0" y="0"/>
          <a:ext cx="0" cy="0"/>
          <a:chOff x="0" y="0"/>
          <a:chExt cx="0" cy="0"/>
        </a:xfrm>
      </p:grpSpPr>
      <p:sp>
        <p:nvSpPr>
          <p:cNvPr id="172" name="Google Shape;172;p41"/>
          <p:cNvSpPr txBox="1">
            <a:spLocks noGrp="1"/>
          </p:cNvSpPr>
          <p:nvPr>
            <p:ph type="title"/>
          </p:nvPr>
        </p:nvSpPr>
        <p:spPr>
          <a:xfrm>
            <a:off x="5455225" y="1247400"/>
            <a:ext cx="2808000" cy="15249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73" name="Google Shape;173;p41"/>
          <p:cNvSpPr txBox="1">
            <a:spLocks noGrp="1"/>
          </p:cNvSpPr>
          <p:nvPr>
            <p:ph type="body" idx="1"/>
          </p:nvPr>
        </p:nvSpPr>
        <p:spPr>
          <a:xfrm>
            <a:off x="5455225" y="2850600"/>
            <a:ext cx="2540700" cy="10455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a:endParaRPr/>
          </a:p>
        </p:txBody>
      </p:sp>
      <p:sp>
        <p:nvSpPr>
          <p:cNvPr id="174" name="Google Shape;174;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75"/>
        <p:cNvGrpSpPr/>
        <p:nvPr/>
      </p:nvGrpSpPr>
      <p:grpSpPr>
        <a:xfrm>
          <a:off x="0" y="0"/>
          <a:ext cx="0" cy="0"/>
          <a:chOff x="0" y="0"/>
          <a:chExt cx="0" cy="0"/>
        </a:xfrm>
      </p:grpSpPr>
      <p:sp>
        <p:nvSpPr>
          <p:cNvPr id="176" name="Google Shape;176;p42"/>
          <p:cNvSpPr txBox="1">
            <a:spLocks noGrp="1"/>
          </p:cNvSpPr>
          <p:nvPr>
            <p:ph type="title"/>
          </p:nvPr>
        </p:nvSpPr>
        <p:spPr>
          <a:xfrm>
            <a:off x="1878450" y="421150"/>
            <a:ext cx="5387100" cy="16812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177"/>
        <p:cNvGrpSpPr/>
        <p:nvPr/>
      </p:nvGrpSpPr>
      <p:grpSpPr>
        <a:xfrm>
          <a:off x="0" y="0"/>
          <a:ext cx="0" cy="0"/>
          <a:chOff x="0" y="0"/>
          <a:chExt cx="0" cy="0"/>
        </a:xfrm>
      </p:grpSpPr>
      <p:sp>
        <p:nvSpPr>
          <p:cNvPr id="178" name="Google Shape;178;p43"/>
          <p:cNvSpPr txBox="1">
            <a:spLocks noGrp="1"/>
          </p:cNvSpPr>
          <p:nvPr>
            <p:ph type="subTitle" idx="1"/>
          </p:nvPr>
        </p:nvSpPr>
        <p:spPr>
          <a:xfrm>
            <a:off x="1106450" y="1460875"/>
            <a:ext cx="2629200" cy="4716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accent4"/>
              </a:buClr>
              <a:buSzPts val="1800"/>
              <a:buFont typeface="Staatliches"/>
              <a:buNone/>
              <a:defRPr sz="1800">
                <a:solidFill>
                  <a:schemeClr val="accent4"/>
                </a:solidFill>
                <a:latin typeface="Staatliches"/>
                <a:ea typeface="Staatliches"/>
                <a:cs typeface="Staatliches"/>
                <a:sym typeface="Staatliches"/>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9" name="Google Shape;179;p43"/>
          <p:cNvSpPr txBox="1">
            <a:spLocks noGrp="1"/>
          </p:cNvSpPr>
          <p:nvPr>
            <p:ph type="body" idx="2"/>
          </p:nvPr>
        </p:nvSpPr>
        <p:spPr>
          <a:xfrm>
            <a:off x="1106450" y="1899875"/>
            <a:ext cx="3620100" cy="2486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a:endParaRPr/>
          </a:p>
        </p:txBody>
      </p:sp>
      <p:sp>
        <p:nvSpPr>
          <p:cNvPr id="180" name="Google Shape;180;p43"/>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181"/>
        <p:cNvGrpSpPr/>
        <p:nvPr/>
      </p:nvGrpSpPr>
      <p:grpSpPr>
        <a:xfrm>
          <a:off x="0" y="0"/>
          <a:ext cx="0" cy="0"/>
          <a:chOff x="0" y="0"/>
          <a:chExt cx="0" cy="0"/>
        </a:xfrm>
      </p:grpSpPr>
      <p:sp>
        <p:nvSpPr>
          <p:cNvPr id="182" name="Google Shape;182;p44"/>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83"/>
        <p:cNvGrpSpPr/>
        <p:nvPr/>
      </p:nvGrpSpPr>
      <p:grpSpPr>
        <a:xfrm>
          <a:off x="0" y="0"/>
          <a:ext cx="0" cy="0"/>
          <a:chOff x="0" y="0"/>
          <a:chExt cx="0" cy="0"/>
        </a:xfrm>
      </p:grpSpPr>
      <p:sp>
        <p:nvSpPr>
          <p:cNvPr id="184" name="Google Shape;184;p45"/>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85" name="Google Shape;185;p45"/>
          <p:cNvSpPr txBox="1">
            <a:spLocks noGrp="1"/>
          </p:cNvSpPr>
          <p:nvPr>
            <p:ph type="body" idx="1"/>
          </p:nvPr>
        </p:nvSpPr>
        <p:spPr>
          <a:xfrm>
            <a:off x="311700" y="3052425"/>
            <a:ext cx="8520600" cy="1300800"/>
          </a:xfrm>
          <a:prstGeom prst="rect">
            <a:avLst/>
          </a:prstGeom>
        </p:spPr>
        <p:txBody>
          <a:bodyPr spcFirstLastPara="1" wrap="square" lIns="91425" tIns="91425" rIns="91425" bIns="91425" anchor="t" anchorCtr="0">
            <a:noAutofit/>
          </a:bodyPr>
          <a:lstStyle>
            <a:lvl1pPr marL="457200" lvl="0" indent="-330200" algn="ctr">
              <a:spcBef>
                <a:spcPts val="0"/>
              </a:spcBef>
              <a:spcAft>
                <a:spcPts val="0"/>
              </a:spcAft>
              <a:buSzPts val="1600"/>
              <a:buChar char="●"/>
              <a:defRPr/>
            </a:lvl1pPr>
            <a:lvl2pPr marL="914400" lvl="1" indent="-342900" algn="ctr">
              <a:spcBef>
                <a:spcPts val="1600"/>
              </a:spcBef>
              <a:spcAft>
                <a:spcPts val="0"/>
              </a:spcAft>
              <a:buSzPts val="1800"/>
              <a:buChar char="○"/>
              <a:defRPr sz="1800"/>
            </a:lvl2pPr>
            <a:lvl3pPr marL="1371600" lvl="2" indent="-342900" algn="ctr">
              <a:spcBef>
                <a:spcPts val="1600"/>
              </a:spcBef>
              <a:spcAft>
                <a:spcPts val="0"/>
              </a:spcAft>
              <a:buSzPts val="1800"/>
              <a:buChar char="■"/>
              <a:defRPr sz="1800"/>
            </a:lvl3pPr>
            <a:lvl4pPr marL="1828800" lvl="3" indent="-342900" algn="ctr">
              <a:spcBef>
                <a:spcPts val="1600"/>
              </a:spcBef>
              <a:spcAft>
                <a:spcPts val="0"/>
              </a:spcAft>
              <a:buSzPts val="1800"/>
              <a:buChar char="●"/>
              <a:defRPr sz="1800"/>
            </a:lvl4pPr>
            <a:lvl5pPr marL="2286000" lvl="4" indent="-342900" algn="ctr">
              <a:spcBef>
                <a:spcPts val="1600"/>
              </a:spcBef>
              <a:spcAft>
                <a:spcPts val="0"/>
              </a:spcAft>
              <a:buSzPts val="1800"/>
              <a:buChar char="○"/>
              <a:defRPr sz="1800"/>
            </a:lvl5pPr>
            <a:lvl6pPr marL="2743200" lvl="5" indent="-342900" algn="ctr">
              <a:spcBef>
                <a:spcPts val="1600"/>
              </a:spcBef>
              <a:spcAft>
                <a:spcPts val="0"/>
              </a:spcAft>
              <a:buSzPts val="1800"/>
              <a:buChar char="■"/>
              <a:defRPr sz="1800"/>
            </a:lvl6pPr>
            <a:lvl7pPr marL="3200400" lvl="6" indent="-342900" algn="ctr">
              <a:spcBef>
                <a:spcPts val="1600"/>
              </a:spcBef>
              <a:spcAft>
                <a:spcPts val="0"/>
              </a:spcAft>
              <a:buSzPts val="1800"/>
              <a:buChar char="●"/>
              <a:defRPr sz="1800"/>
            </a:lvl7pPr>
            <a:lvl8pPr marL="3657600" lvl="7" indent="-342900" algn="ctr">
              <a:spcBef>
                <a:spcPts val="1600"/>
              </a:spcBef>
              <a:spcAft>
                <a:spcPts val="0"/>
              </a:spcAft>
              <a:buSzPts val="1800"/>
              <a:buChar char="○"/>
              <a:defRPr sz="1800"/>
            </a:lvl8pPr>
            <a:lvl9pPr marL="4114800" lvl="8" indent="-342900" algn="ctr">
              <a:spcBef>
                <a:spcPts val="1600"/>
              </a:spcBef>
              <a:spcAft>
                <a:spcPts val="1600"/>
              </a:spcAft>
              <a:buSzPts val="1800"/>
              <a:buChar char="■"/>
              <a:defRPr sz="1800"/>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86"/>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 Bullet Points">
  <p:cSld name="TITLE_AND_BODY_2">
    <p:bg>
      <p:bgPr>
        <a:blipFill>
          <a:blip r:embed="rId2">
            <a:alphaModFix/>
          </a:blip>
          <a:stretch>
            <a:fillRect/>
          </a:stretch>
        </a:blipFill>
        <a:effectLst/>
      </p:bgPr>
    </p:bg>
    <p:spTree>
      <p:nvGrpSpPr>
        <p:cNvPr id="1" name="Shape 187"/>
        <p:cNvGrpSpPr/>
        <p:nvPr/>
      </p:nvGrpSpPr>
      <p:grpSpPr>
        <a:xfrm>
          <a:off x="0" y="0"/>
          <a:ext cx="0" cy="0"/>
          <a:chOff x="0" y="0"/>
          <a:chExt cx="0" cy="0"/>
        </a:xfrm>
      </p:grpSpPr>
      <p:sp>
        <p:nvSpPr>
          <p:cNvPr id="188" name="Google Shape;188;p47"/>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9" name="Google Shape;189;p47"/>
          <p:cNvSpPr txBox="1">
            <a:spLocks noGrp="1"/>
          </p:cNvSpPr>
          <p:nvPr>
            <p:ph type="body" idx="1"/>
          </p:nvPr>
        </p:nvSpPr>
        <p:spPr>
          <a:xfrm>
            <a:off x="749875" y="995575"/>
            <a:ext cx="6773400" cy="3018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sz="1300"/>
            </a:lvl1pPr>
            <a:lvl2pPr marL="914400" lvl="1" indent="-311150">
              <a:spcBef>
                <a:spcPts val="1600"/>
              </a:spcBef>
              <a:spcAft>
                <a:spcPts val="0"/>
              </a:spcAft>
              <a:buSzPts val="1300"/>
              <a:buChar char="○"/>
              <a:defRPr sz="1300"/>
            </a:lvl2pPr>
            <a:lvl3pPr marL="1371600" lvl="2" indent="-311150">
              <a:spcBef>
                <a:spcPts val="1600"/>
              </a:spcBef>
              <a:spcAft>
                <a:spcPts val="0"/>
              </a:spcAft>
              <a:buSzPts val="1300"/>
              <a:buChar char="■"/>
              <a:defRPr sz="1300"/>
            </a:lvl3pPr>
            <a:lvl4pPr marL="1828800" lvl="3" indent="-311150">
              <a:spcBef>
                <a:spcPts val="1600"/>
              </a:spcBef>
              <a:spcAft>
                <a:spcPts val="0"/>
              </a:spcAft>
              <a:buSzPts val="1300"/>
              <a:buChar char="●"/>
              <a:defRPr sz="1300"/>
            </a:lvl4pPr>
            <a:lvl5pPr marL="2286000" lvl="4" indent="-311150">
              <a:spcBef>
                <a:spcPts val="1600"/>
              </a:spcBef>
              <a:spcAft>
                <a:spcPts val="0"/>
              </a:spcAft>
              <a:buSzPts val="1300"/>
              <a:buChar char="○"/>
              <a:defRPr sz="1300"/>
            </a:lvl5pPr>
            <a:lvl6pPr marL="2743200" lvl="5" indent="-311150">
              <a:spcBef>
                <a:spcPts val="1600"/>
              </a:spcBef>
              <a:spcAft>
                <a:spcPts val="0"/>
              </a:spcAft>
              <a:buSzPts val="1300"/>
              <a:buChar char="■"/>
              <a:defRPr sz="1300"/>
            </a:lvl6pPr>
            <a:lvl7pPr marL="3200400" lvl="6" indent="-311150">
              <a:spcBef>
                <a:spcPts val="1600"/>
              </a:spcBef>
              <a:spcAft>
                <a:spcPts val="0"/>
              </a:spcAft>
              <a:buSzPts val="1300"/>
              <a:buChar char="●"/>
              <a:defRPr sz="1300"/>
            </a:lvl7pPr>
            <a:lvl8pPr marL="3657600" lvl="7" indent="-311150">
              <a:spcBef>
                <a:spcPts val="1600"/>
              </a:spcBef>
              <a:spcAft>
                <a:spcPts val="0"/>
              </a:spcAft>
              <a:buSzPts val="1300"/>
              <a:buChar char="○"/>
              <a:defRPr sz="1300"/>
            </a:lvl8pPr>
            <a:lvl9pPr marL="4114800" lvl="8" indent="-311150">
              <a:spcBef>
                <a:spcPts val="1600"/>
              </a:spcBef>
              <a:spcAft>
                <a:spcPts val="1600"/>
              </a:spcAft>
              <a:buSzPts val="1300"/>
              <a:buChar char="■"/>
              <a:defRPr sz="1300"/>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able of contents">
  <p:cSld name="TITLE_AND_BODY_1_1_2_1">
    <p:bg>
      <p:bgPr>
        <a:blipFill>
          <a:blip r:embed="rId2">
            <a:alphaModFix/>
          </a:blip>
          <a:stretch>
            <a:fillRect/>
          </a:stretch>
        </a:blipFill>
        <a:effectLst/>
      </p:bgPr>
    </p:bg>
    <p:spTree>
      <p:nvGrpSpPr>
        <p:cNvPr id="1" name="Shape 190"/>
        <p:cNvGrpSpPr/>
        <p:nvPr/>
      </p:nvGrpSpPr>
      <p:grpSpPr>
        <a:xfrm>
          <a:off x="0" y="0"/>
          <a:ext cx="0" cy="0"/>
          <a:chOff x="0" y="0"/>
          <a:chExt cx="0" cy="0"/>
        </a:xfrm>
      </p:grpSpPr>
      <p:sp>
        <p:nvSpPr>
          <p:cNvPr id="191" name="Google Shape;191;p48"/>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2" name="Google Shape;192;p48"/>
          <p:cNvSpPr txBox="1">
            <a:spLocks noGrp="1"/>
          </p:cNvSpPr>
          <p:nvPr>
            <p:ph type="title" idx="2"/>
          </p:nvPr>
        </p:nvSpPr>
        <p:spPr>
          <a:xfrm>
            <a:off x="1302979" y="2124375"/>
            <a:ext cx="18894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2000"/>
              <a:buNone/>
              <a:defRPr sz="2000">
                <a:solidFill>
                  <a:schemeClr val="accent4"/>
                </a:solidFill>
              </a:defRPr>
            </a:lvl1pPr>
            <a:lvl2pPr lvl="1" algn="ctr">
              <a:spcBef>
                <a:spcPts val="0"/>
              </a:spcBef>
              <a:spcAft>
                <a:spcPts val="0"/>
              </a:spcAft>
              <a:buClr>
                <a:schemeClr val="accent4"/>
              </a:buClr>
              <a:buSzPts val="2000"/>
              <a:buNone/>
              <a:defRPr sz="2000">
                <a:solidFill>
                  <a:schemeClr val="accent4"/>
                </a:solidFill>
              </a:defRPr>
            </a:lvl2pPr>
            <a:lvl3pPr lvl="2" algn="ctr">
              <a:spcBef>
                <a:spcPts val="0"/>
              </a:spcBef>
              <a:spcAft>
                <a:spcPts val="0"/>
              </a:spcAft>
              <a:buClr>
                <a:schemeClr val="accent4"/>
              </a:buClr>
              <a:buSzPts val="2000"/>
              <a:buNone/>
              <a:defRPr sz="2000">
                <a:solidFill>
                  <a:schemeClr val="accent4"/>
                </a:solidFill>
              </a:defRPr>
            </a:lvl3pPr>
            <a:lvl4pPr lvl="3" algn="ctr">
              <a:spcBef>
                <a:spcPts val="0"/>
              </a:spcBef>
              <a:spcAft>
                <a:spcPts val="0"/>
              </a:spcAft>
              <a:buClr>
                <a:schemeClr val="accent4"/>
              </a:buClr>
              <a:buSzPts val="2000"/>
              <a:buNone/>
              <a:defRPr sz="2000">
                <a:solidFill>
                  <a:schemeClr val="accent4"/>
                </a:solidFill>
              </a:defRPr>
            </a:lvl4pPr>
            <a:lvl5pPr lvl="4" algn="ctr">
              <a:spcBef>
                <a:spcPts val="0"/>
              </a:spcBef>
              <a:spcAft>
                <a:spcPts val="0"/>
              </a:spcAft>
              <a:buClr>
                <a:schemeClr val="accent4"/>
              </a:buClr>
              <a:buSzPts val="2000"/>
              <a:buNone/>
              <a:defRPr sz="2000">
                <a:solidFill>
                  <a:schemeClr val="accent4"/>
                </a:solidFill>
              </a:defRPr>
            </a:lvl5pPr>
            <a:lvl6pPr lvl="5" algn="ctr">
              <a:spcBef>
                <a:spcPts val="0"/>
              </a:spcBef>
              <a:spcAft>
                <a:spcPts val="0"/>
              </a:spcAft>
              <a:buClr>
                <a:schemeClr val="accent4"/>
              </a:buClr>
              <a:buSzPts val="2000"/>
              <a:buNone/>
              <a:defRPr sz="2000">
                <a:solidFill>
                  <a:schemeClr val="accent4"/>
                </a:solidFill>
              </a:defRPr>
            </a:lvl6pPr>
            <a:lvl7pPr lvl="6" algn="ctr">
              <a:spcBef>
                <a:spcPts val="0"/>
              </a:spcBef>
              <a:spcAft>
                <a:spcPts val="0"/>
              </a:spcAft>
              <a:buClr>
                <a:schemeClr val="accent4"/>
              </a:buClr>
              <a:buSzPts val="2000"/>
              <a:buNone/>
              <a:defRPr sz="2000">
                <a:solidFill>
                  <a:schemeClr val="accent4"/>
                </a:solidFill>
              </a:defRPr>
            </a:lvl7pPr>
            <a:lvl8pPr lvl="7" algn="ctr">
              <a:spcBef>
                <a:spcPts val="0"/>
              </a:spcBef>
              <a:spcAft>
                <a:spcPts val="0"/>
              </a:spcAft>
              <a:buClr>
                <a:schemeClr val="accent4"/>
              </a:buClr>
              <a:buSzPts val="2000"/>
              <a:buNone/>
              <a:defRPr sz="2000">
                <a:solidFill>
                  <a:schemeClr val="accent4"/>
                </a:solidFill>
              </a:defRPr>
            </a:lvl8pPr>
            <a:lvl9pPr lvl="8" algn="ctr">
              <a:spcBef>
                <a:spcPts val="0"/>
              </a:spcBef>
              <a:spcAft>
                <a:spcPts val="0"/>
              </a:spcAft>
              <a:buClr>
                <a:schemeClr val="accent4"/>
              </a:buClr>
              <a:buSzPts val="2000"/>
              <a:buNone/>
              <a:defRPr sz="2000">
                <a:solidFill>
                  <a:schemeClr val="accent4"/>
                </a:solidFill>
              </a:defRPr>
            </a:lvl9pPr>
          </a:lstStyle>
          <a:p>
            <a:endParaRPr/>
          </a:p>
        </p:txBody>
      </p:sp>
      <p:sp>
        <p:nvSpPr>
          <p:cNvPr id="193" name="Google Shape;193;p48"/>
          <p:cNvSpPr txBox="1">
            <a:spLocks noGrp="1"/>
          </p:cNvSpPr>
          <p:nvPr>
            <p:ph type="subTitle" idx="1"/>
          </p:nvPr>
        </p:nvSpPr>
        <p:spPr>
          <a:xfrm>
            <a:off x="1302975" y="2444974"/>
            <a:ext cx="1889400" cy="787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194" name="Google Shape;194;p48"/>
          <p:cNvSpPr txBox="1">
            <a:spLocks noGrp="1"/>
          </p:cNvSpPr>
          <p:nvPr>
            <p:ph type="title" idx="3"/>
          </p:nvPr>
        </p:nvSpPr>
        <p:spPr>
          <a:xfrm>
            <a:off x="3627304" y="2124375"/>
            <a:ext cx="18894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2000"/>
              <a:buNone/>
              <a:defRPr sz="2000">
                <a:solidFill>
                  <a:schemeClr val="accent4"/>
                </a:solidFill>
              </a:defRPr>
            </a:lvl1pPr>
            <a:lvl2pPr lvl="1" algn="ctr">
              <a:spcBef>
                <a:spcPts val="0"/>
              </a:spcBef>
              <a:spcAft>
                <a:spcPts val="0"/>
              </a:spcAft>
              <a:buClr>
                <a:schemeClr val="accent4"/>
              </a:buClr>
              <a:buSzPts val="2000"/>
              <a:buNone/>
              <a:defRPr sz="2000">
                <a:solidFill>
                  <a:schemeClr val="accent4"/>
                </a:solidFill>
              </a:defRPr>
            </a:lvl2pPr>
            <a:lvl3pPr lvl="2" algn="ctr">
              <a:spcBef>
                <a:spcPts val="0"/>
              </a:spcBef>
              <a:spcAft>
                <a:spcPts val="0"/>
              </a:spcAft>
              <a:buClr>
                <a:schemeClr val="accent4"/>
              </a:buClr>
              <a:buSzPts val="2000"/>
              <a:buNone/>
              <a:defRPr sz="2000">
                <a:solidFill>
                  <a:schemeClr val="accent4"/>
                </a:solidFill>
              </a:defRPr>
            </a:lvl3pPr>
            <a:lvl4pPr lvl="3" algn="ctr">
              <a:spcBef>
                <a:spcPts val="0"/>
              </a:spcBef>
              <a:spcAft>
                <a:spcPts val="0"/>
              </a:spcAft>
              <a:buClr>
                <a:schemeClr val="accent4"/>
              </a:buClr>
              <a:buSzPts val="2000"/>
              <a:buNone/>
              <a:defRPr sz="2000">
                <a:solidFill>
                  <a:schemeClr val="accent4"/>
                </a:solidFill>
              </a:defRPr>
            </a:lvl4pPr>
            <a:lvl5pPr lvl="4" algn="ctr">
              <a:spcBef>
                <a:spcPts val="0"/>
              </a:spcBef>
              <a:spcAft>
                <a:spcPts val="0"/>
              </a:spcAft>
              <a:buClr>
                <a:schemeClr val="accent4"/>
              </a:buClr>
              <a:buSzPts val="2000"/>
              <a:buNone/>
              <a:defRPr sz="2000">
                <a:solidFill>
                  <a:schemeClr val="accent4"/>
                </a:solidFill>
              </a:defRPr>
            </a:lvl5pPr>
            <a:lvl6pPr lvl="5" algn="ctr">
              <a:spcBef>
                <a:spcPts val="0"/>
              </a:spcBef>
              <a:spcAft>
                <a:spcPts val="0"/>
              </a:spcAft>
              <a:buClr>
                <a:schemeClr val="accent4"/>
              </a:buClr>
              <a:buSzPts val="2000"/>
              <a:buNone/>
              <a:defRPr sz="2000">
                <a:solidFill>
                  <a:schemeClr val="accent4"/>
                </a:solidFill>
              </a:defRPr>
            </a:lvl6pPr>
            <a:lvl7pPr lvl="6" algn="ctr">
              <a:spcBef>
                <a:spcPts val="0"/>
              </a:spcBef>
              <a:spcAft>
                <a:spcPts val="0"/>
              </a:spcAft>
              <a:buClr>
                <a:schemeClr val="accent4"/>
              </a:buClr>
              <a:buSzPts val="2000"/>
              <a:buNone/>
              <a:defRPr sz="2000">
                <a:solidFill>
                  <a:schemeClr val="accent4"/>
                </a:solidFill>
              </a:defRPr>
            </a:lvl7pPr>
            <a:lvl8pPr lvl="7" algn="ctr">
              <a:spcBef>
                <a:spcPts val="0"/>
              </a:spcBef>
              <a:spcAft>
                <a:spcPts val="0"/>
              </a:spcAft>
              <a:buClr>
                <a:schemeClr val="accent4"/>
              </a:buClr>
              <a:buSzPts val="2000"/>
              <a:buNone/>
              <a:defRPr sz="2000">
                <a:solidFill>
                  <a:schemeClr val="accent4"/>
                </a:solidFill>
              </a:defRPr>
            </a:lvl8pPr>
            <a:lvl9pPr lvl="8" algn="ctr">
              <a:spcBef>
                <a:spcPts val="0"/>
              </a:spcBef>
              <a:spcAft>
                <a:spcPts val="0"/>
              </a:spcAft>
              <a:buClr>
                <a:schemeClr val="accent4"/>
              </a:buClr>
              <a:buSzPts val="2000"/>
              <a:buNone/>
              <a:defRPr sz="2000">
                <a:solidFill>
                  <a:schemeClr val="accent4"/>
                </a:solidFill>
              </a:defRPr>
            </a:lvl9pPr>
          </a:lstStyle>
          <a:p>
            <a:endParaRPr/>
          </a:p>
        </p:txBody>
      </p:sp>
      <p:sp>
        <p:nvSpPr>
          <p:cNvPr id="195" name="Google Shape;195;p48"/>
          <p:cNvSpPr txBox="1">
            <a:spLocks noGrp="1"/>
          </p:cNvSpPr>
          <p:nvPr>
            <p:ph type="subTitle" idx="4"/>
          </p:nvPr>
        </p:nvSpPr>
        <p:spPr>
          <a:xfrm>
            <a:off x="3627300" y="2444974"/>
            <a:ext cx="1889400" cy="787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196" name="Google Shape;196;p48"/>
          <p:cNvSpPr txBox="1">
            <a:spLocks noGrp="1"/>
          </p:cNvSpPr>
          <p:nvPr>
            <p:ph type="title" idx="5"/>
          </p:nvPr>
        </p:nvSpPr>
        <p:spPr>
          <a:xfrm>
            <a:off x="5951629" y="2124375"/>
            <a:ext cx="18894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2000"/>
              <a:buNone/>
              <a:defRPr sz="2000">
                <a:solidFill>
                  <a:schemeClr val="accent4"/>
                </a:solidFill>
              </a:defRPr>
            </a:lvl1pPr>
            <a:lvl2pPr lvl="1" algn="ctr">
              <a:spcBef>
                <a:spcPts val="0"/>
              </a:spcBef>
              <a:spcAft>
                <a:spcPts val="0"/>
              </a:spcAft>
              <a:buClr>
                <a:schemeClr val="accent4"/>
              </a:buClr>
              <a:buSzPts val="2000"/>
              <a:buNone/>
              <a:defRPr sz="2000">
                <a:solidFill>
                  <a:schemeClr val="accent4"/>
                </a:solidFill>
              </a:defRPr>
            </a:lvl2pPr>
            <a:lvl3pPr lvl="2" algn="ctr">
              <a:spcBef>
                <a:spcPts val="0"/>
              </a:spcBef>
              <a:spcAft>
                <a:spcPts val="0"/>
              </a:spcAft>
              <a:buClr>
                <a:schemeClr val="accent4"/>
              </a:buClr>
              <a:buSzPts val="2000"/>
              <a:buNone/>
              <a:defRPr sz="2000">
                <a:solidFill>
                  <a:schemeClr val="accent4"/>
                </a:solidFill>
              </a:defRPr>
            </a:lvl3pPr>
            <a:lvl4pPr lvl="3" algn="ctr">
              <a:spcBef>
                <a:spcPts val="0"/>
              </a:spcBef>
              <a:spcAft>
                <a:spcPts val="0"/>
              </a:spcAft>
              <a:buClr>
                <a:schemeClr val="accent4"/>
              </a:buClr>
              <a:buSzPts val="2000"/>
              <a:buNone/>
              <a:defRPr sz="2000">
                <a:solidFill>
                  <a:schemeClr val="accent4"/>
                </a:solidFill>
              </a:defRPr>
            </a:lvl4pPr>
            <a:lvl5pPr lvl="4" algn="ctr">
              <a:spcBef>
                <a:spcPts val="0"/>
              </a:spcBef>
              <a:spcAft>
                <a:spcPts val="0"/>
              </a:spcAft>
              <a:buClr>
                <a:schemeClr val="accent4"/>
              </a:buClr>
              <a:buSzPts val="2000"/>
              <a:buNone/>
              <a:defRPr sz="2000">
                <a:solidFill>
                  <a:schemeClr val="accent4"/>
                </a:solidFill>
              </a:defRPr>
            </a:lvl5pPr>
            <a:lvl6pPr lvl="5" algn="ctr">
              <a:spcBef>
                <a:spcPts val="0"/>
              </a:spcBef>
              <a:spcAft>
                <a:spcPts val="0"/>
              </a:spcAft>
              <a:buClr>
                <a:schemeClr val="accent4"/>
              </a:buClr>
              <a:buSzPts val="2000"/>
              <a:buNone/>
              <a:defRPr sz="2000">
                <a:solidFill>
                  <a:schemeClr val="accent4"/>
                </a:solidFill>
              </a:defRPr>
            </a:lvl6pPr>
            <a:lvl7pPr lvl="6" algn="ctr">
              <a:spcBef>
                <a:spcPts val="0"/>
              </a:spcBef>
              <a:spcAft>
                <a:spcPts val="0"/>
              </a:spcAft>
              <a:buClr>
                <a:schemeClr val="accent4"/>
              </a:buClr>
              <a:buSzPts val="2000"/>
              <a:buNone/>
              <a:defRPr sz="2000">
                <a:solidFill>
                  <a:schemeClr val="accent4"/>
                </a:solidFill>
              </a:defRPr>
            </a:lvl7pPr>
            <a:lvl8pPr lvl="7" algn="ctr">
              <a:spcBef>
                <a:spcPts val="0"/>
              </a:spcBef>
              <a:spcAft>
                <a:spcPts val="0"/>
              </a:spcAft>
              <a:buClr>
                <a:schemeClr val="accent4"/>
              </a:buClr>
              <a:buSzPts val="2000"/>
              <a:buNone/>
              <a:defRPr sz="2000">
                <a:solidFill>
                  <a:schemeClr val="accent4"/>
                </a:solidFill>
              </a:defRPr>
            </a:lvl8pPr>
            <a:lvl9pPr lvl="8" algn="ctr">
              <a:spcBef>
                <a:spcPts val="0"/>
              </a:spcBef>
              <a:spcAft>
                <a:spcPts val="0"/>
              </a:spcAft>
              <a:buClr>
                <a:schemeClr val="accent4"/>
              </a:buClr>
              <a:buSzPts val="2000"/>
              <a:buNone/>
              <a:defRPr sz="2000">
                <a:solidFill>
                  <a:schemeClr val="accent4"/>
                </a:solidFill>
              </a:defRPr>
            </a:lvl9pPr>
          </a:lstStyle>
          <a:p>
            <a:endParaRPr/>
          </a:p>
        </p:txBody>
      </p:sp>
      <p:sp>
        <p:nvSpPr>
          <p:cNvPr id="197" name="Google Shape;197;p48"/>
          <p:cNvSpPr txBox="1">
            <a:spLocks noGrp="1"/>
          </p:cNvSpPr>
          <p:nvPr>
            <p:ph type="subTitle" idx="6"/>
          </p:nvPr>
        </p:nvSpPr>
        <p:spPr>
          <a:xfrm>
            <a:off x="5951625" y="2444974"/>
            <a:ext cx="1889400" cy="787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198" name="Google Shape;198;p48"/>
          <p:cNvSpPr txBox="1">
            <a:spLocks noGrp="1"/>
          </p:cNvSpPr>
          <p:nvPr>
            <p:ph type="title" idx="7" hasCustomPrompt="1"/>
          </p:nvPr>
        </p:nvSpPr>
        <p:spPr>
          <a:xfrm>
            <a:off x="1576725" y="1434550"/>
            <a:ext cx="1341900" cy="5727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t>xx%</a:t>
            </a:r>
          </a:p>
        </p:txBody>
      </p:sp>
      <p:sp>
        <p:nvSpPr>
          <p:cNvPr id="199" name="Google Shape;199;p48"/>
          <p:cNvSpPr txBox="1">
            <a:spLocks noGrp="1"/>
          </p:cNvSpPr>
          <p:nvPr>
            <p:ph type="title" idx="8" hasCustomPrompt="1"/>
          </p:nvPr>
        </p:nvSpPr>
        <p:spPr>
          <a:xfrm>
            <a:off x="3901050" y="1434550"/>
            <a:ext cx="1341900" cy="5727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t>xx%</a:t>
            </a:r>
          </a:p>
        </p:txBody>
      </p:sp>
      <p:sp>
        <p:nvSpPr>
          <p:cNvPr id="200" name="Google Shape;200;p48"/>
          <p:cNvSpPr txBox="1">
            <a:spLocks noGrp="1"/>
          </p:cNvSpPr>
          <p:nvPr>
            <p:ph type="title" idx="9" hasCustomPrompt="1"/>
          </p:nvPr>
        </p:nvSpPr>
        <p:spPr>
          <a:xfrm>
            <a:off x="6225375" y="1434550"/>
            <a:ext cx="1341900" cy="5727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t>xx%</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ig Text">
  <p:cSld name="SECTION_HEADER_1">
    <p:bg>
      <p:bgPr>
        <a:blipFill>
          <a:blip r:embed="rId2">
            <a:alphaModFix/>
          </a:blip>
          <a:stretch>
            <a:fillRect/>
          </a:stretch>
        </a:blipFill>
        <a:effectLst/>
      </p:bgPr>
    </p:bg>
    <p:spTree>
      <p:nvGrpSpPr>
        <p:cNvPr id="1" name="Shape 201"/>
        <p:cNvGrpSpPr/>
        <p:nvPr/>
      </p:nvGrpSpPr>
      <p:grpSpPr>
        <a:xfrm>
          <a:off x="0" y="0"/>
          <a:ext cx="0" cy="0"/>
          <a:chOff x="0" y="0"/>
          <a:chExt cx="0" cy="0"/>
        </a:xfrm>
      </p:grpSpPr>
      <p:sp>
        <p:nvSpPr>
          <p:cNvPr id="202" name="Google Shape;202;p49"/>
          <p:cNvSpPr txBox="1">
            <a:spLocks noGrp="1"/>
          </p:cNvSpPr>
          <p:nvPr>
            <p:ph type="title"/>
          </p:nvPr>
        </p:nvSpPr>
        <p:spPr>
          <a:xfrm>
            <a:off x="2780400" y="809175"/>
            <a:ext cx="3583200" cy="17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203" name="Google Shape;203;p49"/>
          <p:cNvSpPr txBox="1">
            <a:spLocks noGrp="1"/>
          </p:cNvSpPr>
          <p:nvPr>
            <p:ph type="subTitle" idx="1"/>
          </p:nvPr>
        </p:nvSpPr>
        <p:spPr>
          <a:xfrm>
            <a:off x="3010800" y="2485575"/>
            <a:ext cx="31224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Quote">
  <p:cSld name="TITLE_ONLY_1">
    <p:bg>
      <p:bgPr>
        <a:blipFill>
          <a:blip r:embed="rId2">
            <a:alphaModFix/>
          </a:blip>
          <a:stretch>
            <a:fillRect/>
          </a:stretch>
        </a:blipFill>
        <a:effectLst/>
      </p:bgPr>
    </p:bg>
    <p:spTree>
      <p:nvGrpSpPr>
        <p:cNvPr id="1" name="Shape 204"/>
        <p:cNvGrpSpPr/>
        <p:nvPr/>
      </p:nvGrpSpPr>
      <p:grpSpPr>
        <a:xfrm>
          <a:off x="0" y="0"/>
          <a:ext cx="0" cy="0"/>
          <a:chOff x="0" y="0"/>
          <a:chExt cx="0" cy="0"/>
        </a:xfrm>
      </p:grpSpPr>
      <p:sp>
        <p:nvSpPr>
          <p:cNvPr id="205" name="Google Shape;205;p50"/>
          <p:cNvSpPr txBox="1">
            <a:spLocks noGrp="1"/>
          </p:cNvSpPr>
          <p:nvPr>
            <p:ph type="title"/>
          </p:nvPr>
        </p:nvSpPr>
        <p:spPr>
          <a:xfrm>
            <a:off x="1185600" y="3921875"/>
            <a:ext cx="4282800" cy="3858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sz="1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6" name="Google Shape;206;p50"/>
          <p:cNvSpPr txBox="1">
            <a:spLocks noGrp="1"/>
          </p:cNvSpPr>
          <p:nvPr>
            <p:ph type="subTitle" idx="1"/>
          </p:nvPr>
        </p:nvSpPr>
        <p:spPr>
          <a:xfrm>
            <a:off x="1185600" y="2321400"/>
            <a:ext cx="3410400" cy="1535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 Two Columns">
  <p:cSld name="TITLE_AND_BODY_1">
    <p:bg>
      <p:bgPr>
        <a:blipFill>
          <a:blip r:embed="rId2">
            <a:alphaModFix/>
          </a:blip>
          <a:stretch>
            <a:fillRect/>
          </a:stretch>
        </a:blipFill>
        <a:effectLst/>
      </p:bgPr>
    </p:bg>
    <p:spTree>
      <p:nvGrpSpPr>
        <p:cNvPr id="1" name="Shape 207"/>
        <p:cNvGrpSpPr/>
        <p:nvPr/>
      </p:nvGrpSpPr>
      <p:grpSpPr>
        <a:xfrm>
          <a:off x="0" y="0"/>
          <a:ext cx="0" cy="0"/>
          <a:chOff x="0" y="0"/>
          <a:chExt cx="0" cy="0"/>
        </a:xfrm>
      </p:grpSpPr>
      <p:sp>
        <p:nvSpPr>
          <p:cNvPr id="208" name="Google Shape;208;p51"/>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9" name="Google Shape;209;p51"/>
          <p:cNvSpPr txBox="1">
            <a:spLocks noGrp="1"/>
          </p:cNvSpPr>
          <p:nvPr>
            <p:ph type="title" idx="2"/>
          </p:nvPr>
        </p:nvSpPr>
        <p:spPr>
          <a:xfrm>
            <a:off x="1693325" y="3113925"/>
            <a:ext cx="22371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10" name="Google Shape;210;p51"/>
          <p:cNvSpPr txBox="1">
            <a:spLocks noGrp="1"/>
          </p:cNvSpPr>
          <p:nvPr>
            <p:ph type="subTitle" idx="1"/>
          </p:nvPr>
        </p:nvSpPr>
        <p:spPr>
          <a:xfrm>
            <a:off x="1693325" y="3436575"/>
            <a:ext cx="2237100" cy="1101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11" name="Google Shape;211;p51"/>
          <p:cNvSpPr txBox="1">
            <a:spLocks noGrp="1"/>
          </p:cNvSpPr>
          <p:nvPr>
            <p:ph type="title" idx="3"/>
          </p:nvPr>
        </p:nvSpPr>
        <p:spPr>
          <a:xfrm>
            <a:off x="5213575" y="3113925"/>
            <a:ext cx="22371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12" name="Google Shape;212;p51"/>
          <p:cNvSpPr txBox="1">
            <a:spLocks noGrp="1"/>
          </p:cNvSpPr>
          <p:nvPr>
            <p:ph type="subTitle" idx="4"/>
          </p:nvPr>
        </p:nvSpPr>
        <p:spPr>
          <a:xfrm>
            <a:off x="5213575" y="3436575"/>
            <a:ext cx="2237100" cy="1101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 Three Columns ">
  <p:cSld name="TITLE_AND_BODY_1_1">
    <p:bg>
      <p:bgPr>
        <a:blipFill>
          <a:blip r:embed="rId2">
            <a:alphaModFix/>
          </a:blip>
          <a:stretch>
            <a:fillRect/>
          </a:stretch>
        </a:blipFill>
        <a:effectLst/>
      </p:bgPr>
    </p:bg>
    <p:spTree>
      <p:nvGrpSpPr>
        <p:cNvPr id="1" name="Shape 213"/>
        <p:cNvGrpSpPr/>
        <p:nvPr/>
      </p:nvGrpSpPr>
      <p:grpSpPr>
        <a:xfrm>
          <a:off x="0" y="0"/>
          <a:ext cx="0" cy="0"/>
          <a:chOff x="0" y="0"/>
          <a:chExt cx="0" cy="0"/>
        </a:xfrm>
      </p:grpSpPr>
      <p:sp>
        <p:nvSpPr>
          <p:cNvPr id="214" name="Google Shape;214;p52"/>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5" name="Google Shape;215;p52"/>
          <p:cNvSpPr txBox="1">
            <a:spLocks noGrp="1"/>
          </p:cNvSpPr>
          <p:nvPr>
            <p:ph type="title" idx="2"/>
          </p:nvPr>
        </p:nvSpPr>
        <p:spPr>
          <a:xfrm>
            <a:off x="1252854" y="1666125"/>
            <a:ext cx="20283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16" name="Google Shape;216;p52"/>
          <p:cNvSpPr txBox="1">
            <a:spLocks noGrp="1"/>
          </p:cNvSpPr>
          <p:nvPr>
            <p:ph type="subTitle" idx="1"/>
          </p:nvPr>
        </p:nvSpPr>
        <p:spPr>
          <a:xfrm>
            <a:off x="1252854" y="3645618"/>
            <a:ext cx="2028300" cy="1101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17" name="Google Shape;217;p52"/>
          <p:cNvSpPr txBox="1">
            <a:spLocks noGrp="1"/>
          </p:cNvSpPr>
          <p:nvPr>
            <p:ph type="title" idx="3"/>
          </p:nvPr>
        </p:nvSpPr>
        <p:spPr>
          <a:xfrm>
            <a:off x="3557850" y="1666125"/>
            <a:ext cx="20283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18" name="Google Shape;218;p52"/>
          <p:cNvSpPr txBox="1">
            <a:spLocks noGrp="1"/>
          </p:cNvSpPr>
          <p:nvPr>
            <p:ph type="subTitle" idx="4"/>
          </p:nvPr>
        </p:nvSpPr>
        <p:spPr>
          <a:xfrm>
            <a:off x="3557850" y="3645618"/>
            <a:ext cx="2028300" cy="1101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19" name="Google Shape;219;p52"/>
          <p:cNvSpPr txBox="1">
            <a:spLocks noGrp="1"/>
          </p:cNvSpPr>
          <p:nvPr>
            <p:ph type="title" idx="5"/>
          </p:nvPr>
        </p:nvSpPr>
        <p:spPr>
          <a:xfrm>
            <a:off x="5862846" y="1666125"/>
            <a:ext cx="20283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20" name="Google Shape;220;p52"/>
          <p:cNvSpPr txBox="1">
            <a:spLocks noGrp="1"/>
          </p:cNvSpPr>
          <p:nvPr>
            <p:ph type="subTitle" idx="6"/>
          </p:nvPr>
        </p:nvSpPr>
        <p:spPr>
          <a:xfrm>
            <a:off x="5862846" y="3645618"/>
            <a:ext cx="2028300" cy="1101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ig Text 1">
  <p:cSld name="TITLE_AND_BODY_1_1_3">
    <p:bg>
      <p:bgPr>
        <a:blipFill>
          <a:blip r:embed="rId2">
            <a:alphaModFix/>
          </a:blip>
          <a:stretch>
            <a:fillRect/>
          </a:stretch>
        </a:blipFill>
        <a:effectLst/>
      </p:bgPr>
    </p:bg>
    <p:spTree>
      <p:nvGrpSpPr>
        <p:cNvPr id="1" name="Shape 221"/>
        <p:cNvGrpSpPr/>
        <p:nvPr/>
      </p:nvGrpSpPr>
      <p:grpSpPr>
        <a:xfrm>
          <a:off x="0" y="0"/>
          <a:ext cx="0" cy="0"/>
          <a:chOff x="0" y="0"/>
          <a:chExt cx="0" cy="0"/>
        </a:xfrm>
      </p:grpSpPr>
      <p:sp>
        <p:nvSpPr>
          <p:cNvPr id="222" name="Google Shape;222;p53"/>
          <p:cNvSpPr txBox="1">
            <a:spLocks noGrp="1"/>
          </p:cNvSpPr>
          <p:nvPr>
            <p:ph type="title"/>
          </p:nvPr>
        </p:nvSpPr>
        <p:spPr>
          <a:xfrm>
            <a:off x="2328900" y="1644425"/>
            <a:ext cx="4486200" cy="16305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SzPts val="6500"/>
              <a:buNone/>
              <a:defRPr sz="6500"/>
            </a:lvl1pPr>
            <a:lvl2pPr lvl="1">
              <a:lnSpc>
                <a:spcPct val="90000"/>
              </a:lnSpc>
              <a:spcBef>
                <a:spcPts val="0"/>
              </a:spcBef>
              <a:spcAft>
                <a:spcPts val="0"/>
              </a:spcAft>
              <a:buSzPts val="2800"/>
              <a:buNone/>
              <a:defRPr/>
            </a:lvl2pPr>
            <a:lvl3pPr lvl="2">
              <a:lnSpc>
                <a:spcPct val="90000"/>
              </a:lnSpc>
              <a:spcBef>
                <a:spcPts val="0"/>
              </a:spcBef>
              <a:spcAft>
                <a:spcPts val="0"/>
              </a:spcAft>
              <a:buSzPts val="2800"/>
              <a:buNone/>
              <a:defRPr/>
            </a:lvl3pPr>
            <a:lvl4pPr lvl="3">
              <a:lnSpc>
                <a:spcPct val="90000"/>
              </a:lnSpc>
              <a:spcBef>
                <a:spcPts val="0"/>
              </a:spcBef>
              <a:spcAft>
                <a:spcPts val="0"/>
              </a:spcAft>
              <a:buSzPts val="2800"/>
              <a:buNone/>
              <a:defRPr/>
            </a:lvl4pPr>
            <a:lvl5pPr lvl="4">
              <a:lnSpc>
                <a:spcPct val="90000"/>
              </a:lnSpc>
              <a:spcBef>
                <a:spcPts val="0"/>
              </a:spcBef>
              <a:spcAft>
                <a:spcPts val="0"/>
              </a:spcAft>
              <a:buSzPts val="2800"/>
              <a:buNone/>
              <a:defRPr/>
            </a:lvl5pPr>
            <a:lvl6pPr lvl="5">
              <a:lnSpc>
                <a:spcPct val="90000"/>
              </a:lnSpc>
              <a:spcBef>
                <a:spcPts val="0"/>
              </a:spcBef>
              <a:spcAft>
                <a:spcPts val="0"/>
              </a:spcAft>
              <a:buSzPts val="2800"/>
              <a:buNone/>
              <a:defRPr/>
            </a:lvl6pPr>
            <a:lvl7pPr lvl="6">
              <a:lnSpc>
                <a:spcPct val="90000"/>
              </a:lnSpc>
              <a:spcBef>
                <a:spcPts val="0"/>
              </a:spcBef>
              <a:spcAft>
                <a:spcPts val="0"/>
              </a:spcAft>
              <a:buSzPts val="2800"/>
              <a:buNone/>
              <a:defRPr/>
            </a:lvl7pPr>
            <a:lvl8pPr lvl="7">
              <a:lnSpc>
                <a:spcPct val="90000"/>
              </a:lnSpc>
              <a:spcBef>
                <a:spcPts val="0"/>
              </a:spcBef>
              <a:spcAft>
                <a:spcPts val="0"/>
              </a:spcAft>
              <a:buSzPts val="2800"/>
              <a:buNone/>
              <a:defRPr/>
            </a:lvl8pPr>
            <a:lvl9pPr lvl="8">
              <a:lnSpc>
                <a:spcPct val="90000"/>
              </a:lnSpc>
              <a:spcBef>
                <a:spcPts val="0"/>
              </a:spcBef>
              <a:spcAft>
                <a:spcPts val="0"/>
              </a:spcAft>
              <a:buSzPts val="2800"/>
              <a:buNone/>
              <a:defRPr/>
            </a:lvl9pPr>
          </a:lstStyle>
          <a:p>
            <a:endParaRPr/>
          </a:p>
        </p:txBody>
      </p:sp>
      <p:sp>
        <p:nvSpPr>
          <p:cNvPr id="223" name="Google Shape;223;p53"/>
          <p:cNvSpPr txBox="1">
            <a:spLocks noGrp="1"/>
          </p:cNvSpPr>
          <p:nvPr>
            <p:ph type="subTitle" idx="1"/>
          </p:nvPr>
        </p:nvSpPr>
        <p:spPr>
          <a:xfrm>
            <a:off x="2822100" y="3308675"/>
            <a:ext cx="3499800" cy="858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 Four Columns  ">
  <p:cSld name="TITLE_AND_BODY_1_1_4">
    <p:bg>
      <p:bgPr>
        <a:blipFill>
          <a:blip r:embed="rId2">
            <a:alphaModFix/>
          </a:blip>
          <a:stretch>
            <a:fillRect/>
          </a:stretch>
        </a:blipFill>
        <a:effectLst/>
      </p:bgPr>
    </p:bg>
    <p:spTree>
      <p:nvGrpSpPr>
        <p:cNvPr id="1" name="Shape 224"/>
        <p:cNvGrpSpPr/>
        <p:nvPr/>
      </p:nvGrpSpPr>
      <p:grpSpPr>
        <a:xfrm>
          <a:off x="0" y="0"/>
          <a:ext cx="0" cy="0"/>
          <a:chOff x="0" y="0"/>
          <a:chExt cx="0" cy="0"/>
        </a:xfrm>
      </p:grpSpPr>
      <p:sp>
        <p:nvSpPr>
          <p:cNvPr id="225" name="Google Shape;225;p54"/>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6" name="Google Shape;226;p54"/>
          <p:cNvSpPr txBox="1">
            <a:spLocks noGrp="1"/>
          </p:cNvSpPr>
          <p:nvPr>
            <p:ph type="title" idx="2"/>
          </p:nvPr>
        </p:nvSpPr>
        <p:spPr>
          <a:xfrm>
            <a:off x="1345538" y="3336025"/>
            <a:ext cx="14463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27" name="Google Shape;227;p54"/>
          <p:cNvSpPr txBox="1">
            <a:spLocks noGrp="1"/>
          </p:cNvSpPr>
          <p:nvPr>
            <p:ph type="subTitle" idx="1"/>
          </p:nvPr>
        </p:nvSpPr>
        <p:spPr>
          <a:xfrm>
            <a:off x="1345525" y="3645625"/>
            <a:ext cx="1446300" cy="931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28" name="Google Shape;228;p54"/>
          <p:cNvSpPr txBox="1">
            <a:spLocks noGrp="1"/>
          </p:cNvSpPr>
          <p:nvPr>
            <p:ph type="title" idx="3"/>
          </p:nvPr>
        </p:nvSpPr>
        <p:spPr>
          <a:xfrm>
            <a:off x="3014413" y="3336025"/>
            <a:ext cx="14463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29" name="Google Shape;229;p54"/>
          <p:cNvSpPr txBox="1">
            <a:spLocks noGrp="1"/>
          </p:cNvSpPr>
          <p:nvPr>
            <p:ph type="subTitle" idx="4"/>
          </p:nvPr>
        </p:nvSpPr>
        <p:spPr>
          <a:xfrm>
            <a:off x="3014400" y="3645625"/>
            <a:ext cx="1446300" cy="931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30" name="Google Shape;230;p54"/>
          <p:cNvSpPr txBox="1">
            <a:spLocks noGrp="1"/>
          </p:cNvSpPr>
          <p:nvPr>
            <p:ph type="title" idx="5"/>
          </p:nvPr>
        </p:nvSpPr>
        <p:spPr>
          <a:xfrm>
            <a:off x="4683288" y="3336025"/>
            <a:ext cx="14463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31" name="Google Shape;231;p54"/>
          <p:cNvSpPr txBox="1">
            <a:spLocks noGrp="1"/>
          </p:cNvSpPr>
          <p:nvPr>
            <p:ph type="subTitle" idx="6"/>
          </p:nvPr>
        </p:nvSpPr>
        <p:spPr>
          <a:xfrm>
            <a:off x="4683275" y="3645625"/>
            <a:ext cx="1446300" cy="931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32" name="Google Shape;232;p54"/>
          <p:cNvSpPr txBox="1">
            <a:spLocks noGrp="1"/>
          </p:cNvSpPr>
          <p:nvPr>
            <p:ph type="title" idx="7"/>
          </p:nvPr>
        </p:nvSpPr>
        <p:spPr>
          <a:xfrm>
            <a:off x="6352163" y="3336025"/>
            <a:ext cx="14463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33" name="Google Shape;233;p54"/>
          <p:cNvSpPr txBox="1">
            <a:spLocks noGrp="1"/>
          </p:cNvSpPr>
          <p:nvPr>
            <p:ph type="subTitle" idx="8"/>
          </p:nvPr>
        </p:nvSpPr>
        <p:spPr>
          <a:xfrm>
            <a:off x="6352150" y="3645625"/>
            <a:ext cx="1446300" cy="931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Section">
  <p:cSld name="SECTION_HEADER_2">
    <p:bg>
      <p:bgPr>
        <a:blipFill>
          <a:blip r:embed="rId2">
            <a:alphaModFix/>
          </a:blip>
          <a:stretch>
            <a:fillRect/>
          </a:stretch>
        </a:blipFill>
        <a:effectLst/>
      </p:bgPr>
    </p:bg>
    <p:spTree>
      <p:nvGrpSpPr>
        <p:cNvPr id="1" name="Shape 234"/>
        <p:cNvGrpSpPr/>
        <p:nvPr/>
      </p:nvGrpSpPr>
      <p:grpSpPr>
        <a:xfrm>
          <a:off x="0" y="0"/>
          <a:ext cx="0" cy="0"/>
          <a:chOff x="0" y="0"/>
          <a:chExt cx="0" cy="0"/>
        </a:xfrm>
      </p:grpSpPr>
      <p:sp>
        <p:nvSpPr>
          <p:cNvPr id="235" name="Google Shape;235;p55"/>
          <p:cNvSpPr txBox="1">
            <a:spLocks noGrp="1"/>
          </p:cNvSpPr>
          <p:nvPr>
            <p:ph type="title"/>
          </p:nvPr>
        </p:nvSpPr>
        <p:spPr>
          <a:xfrm>
            <a:off x="1006436" y="2280088"/>
            <a:ext cx="25869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6" name="Google Shape;236;p55"/>
          <p:cNvSpPr txBox="1">
            <a:spLocks noGrp="1"/>
          </p:cNvSpPr>
          <p:nvPr>
            <p:ph type="title" idx="2" hasCustomPrompt="1"/>
          </p:nvPr>
        </p:nvSpPr>
        <p:spPr>
          <a:xfrm>
            <a:off x="1006436" y="1294038"/>
            <a:ext cx="2586900" cy="10842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6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37" name="Google Shape;237;p55"/>
          <p:cNvSpPr txBox="1">
            <a:spLocks noGrp="1"/>
          </p:cNvSpPr>
          <p:nvPr>
            <p:ph type="subTitle" idx="1"/>
          </p:nvPr>
        </p:nvSpPr>
        <p:spPr>
          <a:xfrm>
            <a:off x="1006436" y="3007663"/>
            <a:ext cx="2586900" cy="841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 Design">
  <p:cSld name="CAPTION_ONLY_1">
    <p:bg>
      <p:bgPr>
        <a:blipFill>
          <a:blip r:embed="rId2">
            <a:alphaModFix/>
          </a:blip>
          <a:stretch>
            <a:fillRect/>
          </a:stretch>
        </a:blipFill>
        <a:effectLst/>
      </p:bgPr>
    </p:bg>
    <p:spTree>
      <p:nvGrpSpPr>
        <p:cNvPr id="1" name="Shape 238"/>
        <p:cNvGrpSpPr/>
        <p:nvPr/>
      </p:nvGrpSpPr>
      <p:grpSpPr>
        <a:xfrm>
          <a:off x="0" y="0"/>
          <a:ext cx="0" cy="0"/>
          <a:chOff x="0" y="0"/>
          <a:chExt cx="0" cy="0"/>
        </a:xfrm>
      </p:grpSpPr>
      <p:sp>
        <p:nvSpPr>
          <p:cNvPr id="239" name="Google Shape;239;p56"/>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 Design 1">
  <p:cSld name="TITLE_AND_BODY_1_1_1">
    <p:bg>
      <p:bgPr>
        <a:blipFill>
          <a:blip r:embed="rId2">
            <a:alphaModFix/>
          </a:blip>
          <a:stretch>
            <a:fillRect/>
          </a:stretch>
        </a:blipFill>
        <a:effectLst/>
      </p:bgPr>
    </p:bg>
    <p:spTree>
      <p:nvGrpSpPr>
        <p:cNvPr id="1" name="Shape 240"/>
        <p:cNvGrpSpPr/>
        <p:nvPr/>
      </p:nvGrpSpPr>
      <p:grpSpPr>
        <a:xfrm>
          <a:off x="0" y="0"/>
          <a:ext cx="0" cy="0"/>
          <a:chOff x="0" y="0"/>
          <a:chExt cx="0" cy="0"/>
        </a:xfrm>
      </p:grpSpPr>
      <p:sp>
        <p:nvSpPr>
          <p:cNvPr id="241" name="Google Shape;241;p57"/>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Percentages">
  <p:cSld name="TITLE_AND_BODY_1_1_2_1_1">
    <p:bg>
      <p:bgPr>
        <a:blipFill>
          <a:blip r:embed="rId2">
            <a:alphaModFix/>
          </a:blip>
          <a:stretch>
            <a:fillRect/>
          </a:stretch>
        </a:blipFill>
        <a:effectLst/>
      </p:bgPr>
    </p:bg>
    <p:spTree>
      <p:nvGrpSpPr>
        <p:cNvPr id="1" name="Shape 242"/>
        <p:cNvGrpSpPr/>
        <p:nvPr/>
      </p:nvGrpSpPr>
      <p:grpSpPr>
        <a:xfrm>
          <a:off x="0" y="0"/>
          <a:ext cx="0" cy="0"/>
          <a:chOff x="0" y="0"/>
          <a:chExt cx="0" cy="0"/>
        </a:xfrm>
      </p:grpSpPr>
      <p:sp>
        <p:nvSpPr>
          <p:cNvPr id="243" name="Google Shape;243;p58"/>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4" name="Google Shape;244;p58"/>
          <p:cNvSpPr txBox="1">
            <a:spLocks noGrp="1"/>
          </p:cNvSpPr>
          <p:nvPr>
            <p:ph type="subTitle" idx="1"/>
          </p:nvPr>
        </p:nvSpPr>
        <p:spPr>
          <a:xfrm>
            <a:off x="1302975" y="2749774"/>
            <a:ext cx="1889400" cy="787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45" name="Google Shape;245;p58"/>
          <p:cNvSpPr txBox="1">
            <a:spLocks noGrp="1"/>
          </p:cNvSpPr>
          <p:nvPr>
            <p:ph type="subTitle" idx="2"/>
          </p:nvPr>
        </p:nvSpPr>
        <p:spPr>
          <a:xfrm>
            <a:off x="3627300" y="2749774"/>
            <a:ext cx="1889400" cy="787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46" name="Google Shape;246;p58"/>
          <p:cNvSpPr txBox="1">
            <a:spLocks noGrp="1"/>
          </p:cNvSpPr>
          <p:nvPr>
            <p:ph type="subTitle" idx="3"/>
          </p:nvPr>
        </p:nvSpPr>
        <p:spPr>
          <a:xfrm>
            <a:off x="5951625" y="2749774"/>
            <a:ext cx="1889400" cy="787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47" name="Google Shape;247;p58"/>
          <p:cNvSpPr txBox="1">
            <a:spLocks noGrp="1"/>
          </p:cNvSpPr>
          <p:nvPr>
            <p:ph type="title" idx="4" hasCustomPrompt="1"/>
          </p:nvPr>
        </p:nvSpPr>
        <p:spPr>
          <a:xfrm>
            <a:off x="1576725" y="1663150"/>
            <a:ext cx="13419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None/>
              <a:defRPr sz="24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r>
              <a:t>xx%</a:t>
            </a:r>
          </a:p>
        </p:txBody>
      </p:sp>
      <p:sp>
        <p:nvSpPr>
          <p:cNvPr id="248" name="Google Shape;248;p58"/>
          <p:cNvSpPr txBox="1">
            <a:spLocks noGrp="1"/>
          </p:cNvSpPr>
          <p:nvPr>
            <p:ph type="title" idx="5" hasCustomPrompt="1"/>
          </p:nvPr>
        </p:nvSpPr>
        <p:spPr>
          <a:xfrm>
            <a:off x="3901050" y="1663150"/>
            <a:ext cx="13419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t>xx%</a:t>
            </a:r>
          </a:p>
        </p:txBody>
      </p:sp>
      <p:sp>
        <p:nvSpPr>
          <p:cNvPr id="249" name="Google Shape;249;p58"/>
          <p:cNvSpPr txBox="1">
            <a:spLocks noGrp="1"/>
          </p:cNvSpPr>
          <p:nvPr>
            <p:ph type="title" idx="6" hasCustomPrompt="1"/>
          </p:nvPr>
        </p:nvSpPr>
        <p:spPr>
          <a:xfrm>
            <a:off x="6225375" y="1663150"/>
            <a:ext cx="13419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t>xx%</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hree Numbers">
  <p:cSld name="BIG_NUMBER_1">
    <p:bg>
      <p:bgPr>
        <a:blipFill>
          <a:blip r:embed="rId2">
            <a:alphaModFix/>
          </a:blip>
          <a:stretch>
            <a:fillRect/>
          </a:stretch>
        </a:blipFill>
        <a:effectLst/>
      </p:bgPr>
    </p:bg>
    <p:spTree>
      <p:nvGrpSpPr>
        <p:cNvPr id="1" name="Shape 250"/>
        <p:cNvGrpSpPr/>
        <p:nvPr/>
      </p:nvGrpSpPr>
      <p:grpSpPr>
        <a:xfrm>
          <a:off x="0" y="0"/>
          <a:ext cx="0" cy="0"/>
          <a:chOff x="0" y="0"/>
          <a:chExt cx="0" cy="0"/>
        </a:xfrm>
      </p:grpSpPr>
      <p:sp>
        <p:nvSpPr>
          <p:cNvPr id="251" name="Google Shape;251;p59"/>
          <p:cNvSpPr txBox="1">
            <a:spLocks noGrp="1"/>
          </p:cNvSpPr>
          <p:nvPr>
            <p:ph type="title" hasCustomPrompt="1"/>
          </p:nvPr>
        </p:nvSpPr>
        <p:spPr>
          <a:xfrm>
            <a:off x="1380825" y="678500"/>
            <a:ext cx="2433000" cy="7161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r>
              <a:t>xx%</a:t>
            </a:r>
          </a:p>
        </p:txBody>
      </p:sp>
      <p:sp>
        <p:nvSpPr>
          <p:cNvPr id="252" name="Google Shape;252;p59"/>
          <p:cNvSpPr txBox="1">
            <a:spLocks noGrp="1"/>
          </p:cNvSpPr>
          <p:nvPr>
            <p:ph type="subTitle" idx="1"/>
          </p:nvPr>
        </p:nvSpPr>
        <p:spPr>
          <a:xfrm>
            <a:off x="1380825" y="1255650"/>
            <a:ext cx="2831400" cy="446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253" name="Google Shape;253;p59"/>
          <p:cNvSpPr txBox="1">
            <a:spLocks noGrp="1"/>
          </p:cNvSpPr>
          <p:nvPr>
            <p:ph type="title" idx="2" hasCustomPrompt="1"/>
          </p:nvPr>
        </p:nvSpPr>
        <p:spPr>
          <a:xfrm>
            <a:off x="1380825" y="1986325"/>
            <a:ext cx="2433000" cy="7161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6"/>
              </a:buClr>
              <a:buSzPts val="3600"/>
              <a:buNone/>
              <a:defRPr sz="3600">
                <a:solidFill>
                  <a:schemeClr val="accent6"/>
                </a:solidFill>
              </a:defRPr>
            </a:lvl1pPr>
            <a:lvl2pPr lvl="1">
              <a:spcBef>
                <a:spcPts val="0"/>
              </a:spcBef>
              <a:spcAft>
                <a:spcPts val="0"/>
              </a:spcAft>
              <a:buClr>
                <a:schemeClr val="accent6"/>
              </a:buClr>
              <a:buSzPts val="3600"/>
              <a:buNone/>
              <a:defRPr sz="3600">
                <a:solidFill>
                  <a:schemeClr val="accent6"/>
                </a:solidFill>
              </a:defRPr>
            </a:lvl2pPr>
            <a:lvl3pPr lvl="2">
              <a:spcBef>
                <a:spcPts val="0"/>
              </a:spcBef>
              <a:spcAft>
                <a:spcPts val="0"/>
              </a:spcAft>
              <a:buClr>
                <a:schemeClr val="accent6"/>
              </a:buClr>
              <a:buSzPts val="3600"/>
              <a:buNone/>
              <a:defRPr sz="3600">
                <a:solidFill>
                  <a:schemeClr val="accent6"/>
                </a:solidFill>
              </a:defRPr>
            </a:lvl3pPr>
            <a:lvl4pPr lvl="3">
              <a:spcBef>
                <a:spcPts val="0"/>
              </a:spcBef>
              <a:spcAft>
                <a:spcPts val="0"/>
              </a:spcAft>
              <a:buClr>
                <a:schemeClr val="accent6"/>
              </a:buClr>
              <a:buSzPts val="3600"/>
              <a:buNone/>
              <a:defRPr sz="3600">
                <a:solidFill>
                  <a:schemeClr val="accent6"/>
                </a:solidFill>
              </a:defRPr>
            </a:lvl4pPr>
            <a:lvl5pPr lvl="4">
              <a:spcBef>
                <a:spcPts val="0"/>
              </a:spcBef>
              <a:spcAft>
                <a:spcPts val="0"/>
              </a:spcAft>
              <a:buClr>
                <a:schemeClr val="accent6"/>
              </a:buClr>
              <a:buSzPts val="3600"/>
              <a:buNone/>
              <a:defRPr sz="3600">
                <a:solidFill>
                  <a:schemeClr val="accent6"/>
                </a:solidFill>
              </a:defRPr>
            </a:lvl5pPr>
            <a:lvl6pPr lvl="5">
              <a:spcBef>
                <a:spcPts val="0"/>
              </a:spcBef>
              <a:spcAft>
                <a:spcPts val="0"/>
              </a:spcAft>
              <a:buClr>
                <a:schemeClr val="accent6"/>
              </a:buClr>
              <a:buSzPts val="3600"/>
              <a:buNone/>
              <a:defRPr sz="3600">
                <a:solidFill>
                  <a:schemeClr val="accent6"/>
                </a:solidFill>
              </a:defRPr>
            </a:lvl6pPr>
            <a:lvl7pPr lvl="6">
              <a:spcBef>
                <a:spcPts val="0"/>
              </a:spcBef>
              <a:spcAft>
                <a:spcPts val="0"/>
              </a:spcAft>
              <a:buClr>
                <a:schemeClr val="accent6"/>
              </a:buClr>
              <a:buSzPts val="3600"/>
              <a:buNone/>
              <a:defRPr sz="3600">
                <a:solidFill>
                  <a:schemeClr val="accent6"/>
                </a:solidFill>
              </a:defRPr>
            </a:lvl7pPr>
            <a:lvl8pPr lvl="7">
              <a:spcBef>
                <a:spcPts val="0"/>
              </a:spcBef>
              <a:spcAft>
                <a:spcPts val="0"/>
              </a:spcAft>
              <a:buClr>
                <a:schemeClr val="accent6"/>
              </a:buClr>
              <a:buSzPts val="3600"/>
              <a:buNone/>
              <a:defRPr sz="3600">
                <a:solidFill>
                  <a:schemeClr val="accent6"/>
                </a:solidFill>
              </a:defRPr>
            </a:lvl8pPr>
            <a:lvl9pPr lvl="8">
              <a:spcBef>
                <a:spcPts val="0"/>
              </a:spcBef>
              <a:spcAft>
                <a:spcPts val="0"/>
              </a:spcAft>
              <a:buClr>
                <a:schemeClr val="accent6"/>
              </a:buClr>
              <a:buSzPts val="3600"/>
              <a:buNone/>
              <a:defRPr sz="3600">
                <a:solidFill>
                  <a:schemeClr val="accent6"/>
                </a:solidFill>
              </a:defRPr>
            </a:lvl9pPr>
          </a:lstStyle>
          <a:p>
            <a:r>
              <a:t>xx%</a:t>
            </a:r>
          </a:p>
        </p:txBody>
      </p:sp>
      <p:sp>
        <p:nvSpPr>
          <p:cNvPr id="254" name="Google Shape;254;p59"/>
          <p:cNvSpPr txBox="1">
            <a:spLocks noGrp="1"/>
          </p:cNvSpPr>
          <p:nvPr>
            <p:ph type="subTitle" idx="3"/>
          </p:nvPr>
        </p:nvSpPr>
        <p:spPr>
          <a:xfrm>
            <a:off x="1380825" y="2563475"/>
            <a:ext cx="2831400" cy="446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
        <p:nvSpPr>
          <p:cNvPr id="255" name="Google Shape;255;p59"/>
          <p:cNvSpPr txBox="1">
            <a:spLocks noGrp="1"/>
          </p:cNvSpPr>
          <p:nvPr>
            <p:ph type="title" idx="4" hasCustomPrompt="1"/>
          </p:nvPr>
        </p:nvSpPr>
        <p:spPr>
          <a:xfrm>
            <a:off x="1380825" y="3294150"/>
            <a:ext cx="2433000" cy="7161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4"/>
              </a:buClr>
              <a:buSzPts val="3600"/>
              <a:buNone/>
              <a:defRPr sz="3600">
                <a:solidFill>
                  <a:schemeClr val="accent4"/>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r>
              <a:t>xx%</a:t>
            </a:r>
          </a:p>
        </p:txBody>
      </p:sp>
      <p:sp>
        <p:nvSpPr>
          <p:cNvPr id="256" name="Google Shape;256;p59"/>
          <p:cNvSpPr txBox="1">
            <a:spLocks noGrp="1"/>
          </p:cNvSpPr>
          <p:nvPr>
            <p:ph type="subTitle" idx="5"/>
          </p:nvPr>
        </p:nvSpPr>
        <p:spPr>
          <a:xfrm>
            <a:off x="1380825" y="3871300"/>
            <a:ext cx="2831400" cy="446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a:lvl1pPr>
            <a:lvl2pPr lvl="1">
              <a:lnSpc>
                <a:spcPct val="100000"/>
              </a:lnSpc>
              <a:spcBef>
                <a:spcPts val="0"/>
              </a:spcBef>
              <a:spcAft>
                <a:spcPts val="0"/>
              </a:spcAft>
              <a:buSzPts val="1600"/>
              <a:buNone/>
              <a:defRPr/>
            </a:lvl2pPr>
            <a:lvl3pPr lvl="2">
              <a:lnSpc>
                <a:spcPct val="100000"/>
              </a:lnSpc>
              <a:spcBef>
                <a:spcPts val="0"/>
              </a:spcBef>
              <a:spcAft>
                <a:spcPts val="0"/>
              </a:spcAft>
              <a:buSzPts val="1600"/>
              <a:buNone/>
              <a:defRPr/>
            </a:lvl3pPr>
            <a:lvl4pPr lvl="3">
              <a:lnSpc>
                <a:spcPct val="100000"/>
              </a:lnSpc>
              <a:spcBef>
                <a:spcPts val="0"/>
              </a:spcBef>
              <a:spcAft>
                <a:spcPts val="0"/>
              </a:spcAft>
              <a:buSzPts val="1600"/>
              <a:buNone/>
              <a:defRPr/>
            </a:lvl4pPr>
            <a:lvl5pPr lvl="4">
              <a:lnSpc>
                <a:spcPct val="100000"/>
              </a:lnSpc>
              <a:spcBef>
                <a:spcPts val="0"/>
              </a:spcBef>
              <a:spcAft>
                <a:spcPts val="0"/>
              </a:spcAft>
              <a:buSzPts val="1600"/>
              <a:buNone/>
              <a:defRPr/>
            </a:lvl5pPr>
            <a:lvl6pPr lvl="5">
              <a:lnSpc>
                <a:spcPct val="100000"/>
              </a:lnSpc>
              <a:spcBef>
                <a:spcPts val="0"/>
              </a:spcBef>
              <a:spcAft>
                <a:spcPts val="0"/>
              </a:spcAft>
              <a:buSzPts val="1600"/>
              <a:buNone/>
              <a:defRPr/>
            </a:lvl6pPr>
            <a:lvl7pPr lvl="6">
              <a:lnSpc>
                <a:spcPct val="100000"/>
              </a:lnSpc>
              <a:spcBef>
                <a:spcPts val="0"/>
              </a:spcBef>
              <a:spcAft>
                <a:spcPts val="0"/>
              </a:spcAft>
              <a:buSzPts val="1600"/>
              <a:buNone/>
              <a:defRPr/>
            </a:lvl7pPr>
            <a:lvl8pPr lvl="7">
              <a:lnSpc>
                <a:spcPct val="100000"/>
              </a:lnSpc>
              <a:spcBef>
                <a:spcPts val="0"/>
              </a:spcBef>
              <a:spcAft>
                <a:spcPts val="0"/>
              </a:spcAft>
              <a:buSzPts val="1600"/>
              <a:buNone/>
              <a:defRPr/>
            </a:lvl8pPr>
            <a:lvl9pPr lvl="8">
              <a:lnSpc>
                <a:spcPct val="100000"/>
              </a:lnSpc>
              <a:spcBef>
                <a:spcPts val="0"/>
              </a:spcBef>
              <a:spcAft>
                <a:spcPts val="0"/>
              </a:spcAft>
              <a:buSzPts val="16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ection 1">
  <p:cSld name="SECTION_HEADER_1_1">
    <p:bg>
      <p:bgPr>
        <a:blipFill>
          <a:blip r:embed="rId2">
            <a:alphaModFix/>
          </a:blip>
          <a:stretch>
            <a:fillRect/>
          </a:stretch>
        </a:blipFill>
        <a:effectLst/>
      </p:bgPr>
    </p:bg>
    <p:spTree>
      <p:nvGrpSpPr>
        <p:cNvPr id="1" name="Shape 257"/>
        <p:cNvGrpSpPr/>
        <p:nvPr/>
      </p:nvGrpSpPr>
      <p:grpSpPr>
        <a:xfrm>
          <a:off x="0" y="0"/>
          <a:ext cx="0" cy="0"/>
          <a:chOff x="0" y="0"/>
          <a:chExt cx="0" cy="0"/>
        </a:xfrm>
      </p:grpSpPr>
      <p:sp>
        <p:nvSpPr>
          <p:cNvPr id="258" name="Google Shape;258;p60"/>
          <p:cNvSpPr txBox="1">
            <a:spLocks noGrp="1"/>
          </p:cNvSpPr>
          <p:nvPr>
            <p:ph type="title"/>
          </p:nvPr>
        </p:nvSpPr>
        <p:spPr>
          <a:xfrm>
            <a:off x="3278550" y="2280088"/>
            <a:ext cx="25869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59" name="Google Shape;259;p60"/>
          <p:cNvSpPr txBox="1">
            <a:spLocks noGrp="1"/>
          </p:cNvSpPr>
          <p:nvPr>
            <p:ph type="title" idx="2" hasCustomPrompt="1"/>
          </p:nvPr>
        </p:nvSpPr>
        <p:spPr>
          <a:xfrm>
            <a:off x="3278550" y="1294038"/>
            <a:ext cx="2586900" cy="10842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6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60" name="Google Shape;260;p60"/>
          <p:cNvSpPr txBox="1">
            <a:spLocks noGrp="1"/>
          </p:cNvSpPr>
          <p:nvPr>
            <p:ph type="subTitle" idx="1"/>
          </p:nvPr>
        </p:nvSpPr>
        <p:spPr>
          <a:xfrm>
            <a:off x="3278550" y="3007663"/>
            <a:ext cx="2586900" cy="841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 Six Columns  ">
  <p:cSld name="TITLE_AND_BODY_1_1_2">
    <p:bg>
      <p:bgPr>
        <a:blipFill>
          <a:blip r:embed="rId2">
            <a:alphaModFix/>
          </a:blip>
          <a:stretch>
            <a:fillRect/>
          </a:stretch>
        </a:blipFill>
        <a:effectLst/>
      </p:bgPr>
    </p:bg>
    <p:spTree>
      <p:nvGrpSpPr>
        <p:cNvPr id="1" name="Shape 261"/>
        <p:cNvGrpSpPr/>
        <p:nvPr/>
      </p:nvGrpSpPr>
      <p:grpSpPr>
        <a:xfrm>
          <a:off x="0" y="0"/>
          <a:ext cx="0" cy="0"/>
          <a:chOff x="0" y="0"/>
          <a:chExt cx="0" cy="0"/>
        </a:xfrm>
      </p:grpSpPr>
      <p:sp>
        <p:nvSpPr>
          <p:cNvPr id="262" name="Google Shape;262;p61"/>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3" name="Google Shape;263;p61"/>
          <p:cNvSpPr txBox="1">
            <a:spLocks noGrp="1"/>
          </p:cNvSpPr>
          <p:nvPr>
            <p:ph type="title" idx="2"/>
          </p:nvPr>
        </p:nvSpPr>
        <p:spPr>
          <a:xfrm>
            <a:off x="1302979" y="1743375"/>
            <a:ext cx="18894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64" name="Google Shape;264;p61"/>
          <p:cNvSpPr txBox="1">
            <a:spLocks noGrp="1"/>
          </p:cNvSpPr>
          <p:nvPr>
            <p:ph type="subTitle" idx="1"/>
          </p:nvPr>
        </p:nvSpPr>
        <p:spPr>
          <a:xfrm>
            <a:off x="1302975" y="2063974"/>
            <a:ext cx="1889400" cy="787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65" name="Google Shape;265;p61"/>
          <p:cNvSpPr txBox="1">
            <a:spLocks noGrp="1"/>
          </p:cNvSpPr>
          <p:nvPr>
            <p:ph type="title" idx="3"/>
          </p:nvPr>
        </p:nvSpPr>
        <p:spPr>
          <a:xfrm>
            <a:off x="3627304" y="1743375"/>
            <a:ext cx="18894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66" name="Google Shape;266;p61"/>
          <p:cNvSpPr txBox="1">
            <a:spLocks noGrp="1"/>
          </p:cNvSpPr>
          <p:nvPr>
            <p:ph type="subTitle" idx="4"/>
          </p:nvPr>
        </p:nvSpPr>
        <p:spPr>
          <a:xfrm>
            <a:off x="3627300" y="2063974"/>
            <a:ext cx="1889400" cy="787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67" name="Google Shape;267;p61"/>
          <p:cNvSpPr txBox="1">
            <a:spLocks noGrp="1"/>
          </p:cNvSpPr>
          <p:nvPr>
            <p:ph type="title" idx="5"/>
          </p:nvPr>
        </p:nvSpPr>
        <p:spPr>
          <a:xfrm>
            <a:off x="5951629" y="1743375"/>
            <a:ext cx="18894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68" name="Google Shape;268;p61"/>
          <p:cNvSpPr txBox="1">
            <a:spLocks noGrp="1"/>
          </p:cNvSpPr>
          <p:nvPr>
            <p:ph type="subTitle" idx="6"/>
          </p:nvPr>
        </p:nvSpPr>
        <p:spPr>
          <a:xfrm>
            <a:off x="5951625" y="2063974"/>
            <a:ext cx="1889400" cy="787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69" name="Google Shape;269;p61"/>
          <p:cNvSpPr txBox="1">
            <a:spLocks noGrp="1"/>
          </p:cNvSpPr>
          <p:nvPr>
            <p:ph type="title" idx="7"/>
          </p:nvPr>
        </p:nvSpPr>
        <p:spPr>
          <a:xfrm>
            <a:off x="1302979" y="3340525"/>
            <a:ext cx="18894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70" name="Google Shape;270;p61"/>
          <p:cNvSpPr txBox="1">
            <a:spLocks noGrp="1"/>
          </p:cNvSpPr>
          <p:nvPr>
            <p:ph type="subTitle" idx="8"/>
          </p:nvPr>
        </p:nvSpPr>
        <p:spPr>
          <a:xfrm>
            <a:off x="1302975" y="3661124"/>
            <a:ext cx="1889400" cy="787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71" name="Google Shape;271;p61"/>
          <p:cNvSpPr txBox="1">
            <a:spLocks noGrp="1"/>
          </p:cNvSpPr>
          <p:nvPr>
            <p:ph type="title" idx="9"/>
          </p:nvPr>
        </p:nvSpPr>
        <p:spPr>
          <a:xfrm>
            <a:off x="3627304" y="3340525"/>
            <a:ext cx="18894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72" name="Google Shape;272;p61"/>
          <p:cNvSpPr txBox="1">
            <a:spLocks noGrp="1"/>
          </p:cNvSpPr>
          <p:nvPr>
            <p:ph type="subTitle" idx="13"/>
          </p:nvPr>
        </p:nvSpPr>
        <p:spPr>
          <a:xfrm>
            <a:off x="3627300" y="3661124"/>
            <a:ext cx="1889400" cy="787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
        <p:nvSpPr>
          <p:cNvPr id="273" name="Google Shape;273;p61"/>
          <p:cNvSpPr txBox="1">
            <a:spLocks noGrp="1"/>
          </p:cNvSpPr>
          <p:nvPr>
            <p:ph type="title" idx="14"/>
          </p:nvPr>
        </p:nvSpPr>
        <p:spPr>
          <a:xfrm>
            <a:off x="5951629" y="3340525"/>
            <a:ext cx="1889400" cy="385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4"/>
              </a:buClr>
              <a:buSzPts val="1800"/>
              <a:buNone/>
              <a:defRPr sz="1800">
                <a:solidFill>
                  <a:schemeClr val="accent4"/>
                </a:solidFill>
              </a:defRPr>
            </a:lvl1pPr>
            <a:lvl2pPr lvl="1" algn="ctr">
              <a:spcBef>
                <a:spcPts val="0"/>
              </a:spcBef>
              <a:spcAft>
                <a:spcPts val="0"/>
              </a:spcAft>
              <a:buClr>
                <a:schemeClr val="accent4"/>
              </a:buClr>
              <a:buSzPts val="1800"/>
              <a:buNone/>
              <a:defRPr sz="1800">
                <a:solidFill>
                  <a:schemeClr val="accent4"/>
                </a:solidFill>
              </a:defRPr>
            </a:lvl2pPr>
            <a:lvl3pPr lvl="2" algn="ctr">
              <a:spcBef>
                <a:spcPts val="0"/>
              </a:spcBef>
              <a:spcAft>
                <a:spcPts val="0"/>
              </a:spcAft>
              <a:buClr>
                <a:schemeClr val="accent4"/>
              </a:buClr>
              <a:buSzPts val="1800"/>
              <a:buNone/>
              <a:defRPr sz="1800">
                <a:solidFill>
                  <a:schemeClr val="accent4"/>
                </a:solidFill>
              </a:defRPr>
            </a:lvl3pPr>
            <a:lvl4pPr lvl="3" algn="ctr">
              <a:spcBef>
                <a:spcPts val="0"/>
              </a:spcBef>
              <a:spcAft>
                <a:spcPts val="0"/>
              </a:spcAft>
              <a:buClr>
                <a:schemeClr val="accent4"/>
              </a:buClr>
              <a:buSzPts val="1800"/>
              <a:buNone/>
              <a:defRPr sz="1800">
                <a:solidFill>
                  <a:schemeClr val="accent4"/>
                </a:solidFill>
              </a:defRPr>
            </a:lvl4pPr>
            <a:lvl5pPr lvl="4" algn="ctr">
              <a:spcBef>
                <a:spcPts val="0"/>
              </a:spcBef>
              <a:spcAft>
                <a:spcPts val="0"/>
              </a:spcAft>
              <a:buClr>
                <a:schemeClr val="accent4"/>
              </a:buClr>
              <a:buSzPts val="1800"/>
              <a:buNone/>
              <a:defRPr sz="1800">
                <a:solidFill>
                  <a:schemeClr val="accent4"/>
                </a:solidFill>
              </a:defRPr>
            </a:lvl5pPr>
            <a:lvl6pPr lvl="5" algn="ctr">
              <a:spcBef>
                <a:spcPts val="0"/>
              </a:spcBef>
              <a:spcAft>
                <a:spcPts val="0"/>
              </a:spcAft>
              <a:buClr>
                <a:schemeClr val="accent4"/>
              </a:buClr>
              <a:buSzPts val="1800"/>
              <a:buNone/>
              <a:defRPr sz="1800">
                <a:solidFill>
                  <a:schemeClr val="accent4"/>
                </a:solidFill>
              </a:defRPr>
            </a:lvl6pPr>
            <a:lvl7pPr lvl="6" algn="ctr">
              <a:spcBef>
                <a:spcPts val="0"/>
              </a:spcBef>
              <a:spcAft>
                <a:spcPts val="0"/>
              </a:spcAft>
              <a:buClr>
                <a:schemeClr val="accent4"/>
              </a:buClr>
              <a:buSzPts val="1800"/>
              <a:buNone/>
              <a:defRPr sz="1800">
                <a:solidFill>
                  <a:schemeClr val="accent4"/>
                </a:solidFill>
              </a:defRPr>
            </a:lvl7pPr>
            <a:lvl8pPr lvl="7" algn="ctr">
              <a:spcBef>
                <a:spcPts val="0"/>
              </a:spcBef>
              <a:spcAft>
                <a:spcPts val="0"/>
              </a:spcAft>
              <a:buClr>
                <a:schemeClr val="accent4"/>
              </a:buClr>
              <a:buSzPts val="1800"/>
              <a:buNone/>
              <a:defRPr sz="1800">
                <a:solidFill>
                  <a:schemeClr val="accent4"/>
                </a:solidFill>
              </a:defRPr>
            </a:lvl8pPr>
            <a:lvl9pPr lvl="8" algn="ctr">
              <a:spcBef>
                <a:spcPts val="0"/>
              </a:spcBef>
              <a:spcAft>
                <a:spcPts val="0"/>
              </a:spcAft>
              <a:buClr>
                <a:schemeClr val="accent4"/>
              </a:buClr>
              <a:buSzPts val="1800"/>
              <a:buNone/>
              <a:defRPr sz="1800">
                <a:solidFill>
                  <a:schemeClr val="accent4"/>
                </a:solidFill>
              </a:defRPr>
            </a:lvl9pPr>
          </a:lstStyle>
          <a:p>
            <a:endParaRPr/>
          </a:p>
        </p:txBody>
      </p:sp>
      <p:sp>
        <p:nvSpPr>
          <p:cNvPr id="274" name="Google Shape;274;p61"/>
          <p:cNvSpPr txBox="1">
            <a:spLocks noGrp="1"/>
          </p:cNvSpPr>
          <p:nvPr>
            <p:ph type="subTitle" idx="15"/>
          </p:nvPr>
        </p:nvSpPr>
        <p:spPr>
          <a:xfrm>
            <a:off x="5951625" y="3661124"/>
            <a:ext cx="1889400" cy="787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 Text">
  <p:cSld name="ONE_COLUMN_TEXT_1">
    <p:bg>
      <p:bgPr>
        <a:blipFill>
          <a:blip r:embed="rId2">
            <a:alphaModFix/>
          </a:blip>
          <a:stretch>
            <a:fillRect/>
          </a:stretch>
        </a:blipFill>
        <a:effectLst/>
      </p:bgPr>
    </p:bg>
    <p:spTree>
      <p:nvGrpSpPr>
        <p:cNvPr id="1" name="Shape 275"/>
        <p:cNvGrpSpPr/>
        <p:nvPr/>
      </p:nvGrpSpPr>
      <p:grpSpPr>
        <a:xfrm>
          <a:off x="0" y="0"/>
          <a:ext cx="0" cy="0"/>
          <a:chOff x="0" y="0"/>
          <a:chExt cx="0" cy="0"/>
        </a:xfrm>
      </p:grpSpPr>
      <p:sp>
        <p:nvSpPr>
          <p:cNvPr id="276" name="Google Shape;276;p62"/>
          <p:cNvSpPr txBox="1">
            <a:spLocks noGrp="1"/>
          </p:cNvSpPr>
          <p:nvPr>
            <p:ph type="title"/>
          </p:nvPr>
        </p:nvSpPr>
        <p:spPr>
          <a:xfrm>
            <a:off x="5531425" y="1171200"/>
            <a:ext cx="2341800" cy="15249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77" name="Google Shape;277;p62"/>
          <p:cNvSpPr txBox="1">
            <a:spLocks noGrp="1"/>
          </p:cNvSpPr>
          <p:nvPr>
            <p:ph type="body" idx="1"/>
          </p:nvPr>
        </p:nvSpPr>
        <p:spPr>
          <a:xfrm>
            <a:off x="5531425" y="2774400"/>
            <a:ext cx="2341800" cy="1275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 Text 1">
  <p:cSld name="ONE_COLUMN_TEXT_1_1">
    <p:bg>
      <p:bgPr>
        <a:blipFill>
          <a:blip r:embed="rId2">
            <a:alphaModFix/>
          </a:blip>
          <a:stretch>
            <a:fillRect/>
          </a:stretch>
        </a:blipFill>
        <a:effectLst/>
      </p:bgPr>
    </p:bg>
    <p:spTree>
      <p:nvGrpSpPr>
        <p:cNvPr id="1" name="Shape 278"/>
        <p:cNvGrpSpPr/>
        <p:nvPr/>
      </p:nvGrpSpPr>
      <p:grpSpPr>
        <a:xfrm>
          <a:off x="0" y="0"/>
          <a:ext cx="0" cy="0"/>
          <a:chOff x="0" y="0"/>
          <a:chExt cx="0" cy="0"/>
        </a:xfrm>
      </p:grpSpPr>
      <p:sp>
        <p:nvSpPr>
          <p:cNvPr id="279" name="Google Shape;279;p63"/>
          <p:cNvSpPr txBox="1">
            <a:spLocks noGrp="1"/>
          </p:cNvSpPr>
          <p:nvPr>
            <p:ph type="title"/>
          </p:nvPr>
        </p:nvSpPr>
        <p:spPr>
          <a:xfrm>
            <a:off x="1035625" y="1171200"/>
            <a:ext cx="1363500" cy="15249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80" name="Google Shape;280;p63"/>
          <p:cNvSpPr txBox="1">
            <a:spLocks noGrp="1"/>
          </p:cNvSpPr>
          <p:nvPr>
            <p:ph type="body" idx="1"/>
          </p:nvPr>
        </p:nvSpPr>
        <p:spPr>
          <a:xfrm>
            <a:off x="1035625" y="2774400"/>
            <a:ext cx="2339700" cy="13851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 Text 2">
  <p:cSld name="ONE_COLUMN_TEXT_1_2">
    <p:bg>
      <p:bgPr>
        <a:blipFill>
          <a:blip r:embed="rId2">
            <a:alphaModFix/>
          </a:blip>
          <a:stretch>
            <a:fillRect/>
          </a:stretch>
        </a:blipFill>
        <a:effectLst/>
      </p:bgPr>
    </p:bg>
    <p:spTree>
      <p:nvGrpSpPr>
        <p:cNvPr id="1" name="Shape 281"/>
        <p:cNvGrpSpPr/>
        <p:nvPr/>
      </p:nvGrpSpPr>
      <p:grpSpPr>
        <a:xfrm>
          <a:off x="0" y="0"/>
          <a:ext cx="0" cy="0"/>
          <a:chOff x="0" y="0"/>
          <a:chExt cx="0" cy="0"/>
        </a:xfrm>
      </p:grpSpPr>
      <p:sp>
        <p:nvSpPr>
          <p:cNvPr id="282" name="Google Shape;282;p64"/>
          <p:cNvSpPr txBox="1">
            <a:spLocks noGrp="1"/>
          </p:cNvSpPr>
          <p:nvPr>
            <p:ph type="title"/>
          </p:nvPr>
        </p:nvSpPr>
        <p:spPr>
          <a:xfrm>
            <a:off x="5531425" y="1171200"/>
            <a:ext cx="1352700" cy="15249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83" name="Google Shape;283;p64"/>
          <p:cNvSpPr txBox="1">
            <a:spLocks noGrp="1"/>
          </p:cNvSpPr>
          <p:nvPr>
            <p:ph type="body" idx="1"/>
          </p:nvPr>
        </p:nvSpPr>
        <p:spPr>
          <a:xfrm>
            <a:off x="5531425" y="2774400"/>
            <a:ext cx="2292000" cy="1392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hanks + Credits">
  <p:cSld name="BIG_NUMBER_1_1">
    <p:bg>
      <p:bgPr>
        <a:blipFill>
          <a:blip r:embed="rId2">
            <a:alphaModFix/>
          </a:blip>
          <a:stretch>
            <a:fillRect/>
          </a:stretch>
        </a:blipFill>
        <a:effectLst/>
      </p:bgPr>
    </p:bg>
    <p:spTree>
      <p:nvGrpSpPr>
        <p:cNvPr id="1" name="Shape 284"/>
        <p:cNvGrpSpPr/>
        <p:nvPr/>
      </p:nvGrpSpPr>
      <p:grpSpPr>
        <a:xfrm>
          <a:off x="0" y="0"/>
          <a:ext cx="0" cy="0"/>
          <a:chOff x="0" y="0"/>
          <a:chExt cx="0" cy="0"/>
        </a:xfrm>
      </p:grpSpPr>
      <p:sp>
        <p:nvSpPr>
          <p:cNvPr id="285" name="Google Shape;285;p65"/>
          <p:cNvSpPr txBox="1">
            <a:spLocks noGrp="1"/>
          </p:cNvSpPr>
          <p:nvPr>
            <p:ph type="title"/>
          </p:nvPr>
        </p:nvSpPr>
        <p:spPr>
          <a:xfrm>
            <a:off x="738250" y="625900"/>
            <a:ext cx="3081000" cy="9345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SzPts val="6500"/>
              <a:buNone/>
              <a:defRPr sz="6500"/>
            </a:lvl1pPr>
            <a:lvl2pPr lvl="1">
              <a:lnSpc>
                <a:spcPct val="90000"/>
              </a:lnSpc>
              <a:spcBef>
                <a:spcPts val="0"/>
              </a:spcBef>
              <a:spcAft>
                <a:spcPts val="0"/>
              </a:spcAft>
              <a:buSzPts val="2800"/>
              <a:buNone/>
              <a:defRPr/>
            </a:lvl2pPr>
            <a:lvl3pPr lvl="2">
              <a:lnSpc>
                <a:spcPct val="90000"/>
              </a:lnSpc>
              <a:spcBef>
                <a:spcPts val="0"/>
              </a:spcBef>
              <a:spcAft>
                <a:spcPts val="0"/>
              </a:spcAft>
              <a:buSzPts val="2800"/>
              <a:buNone/>
              <a:defRPr/>
            </a:lvl3pPr>
            <a:lvl4pPr lvl="3">
              <a:lnSpc>
                <a:spcPct val="90000"/>
              </a:lnSpc>
              <a:spcBef>
                <a:spcPts val="0"/>
              </a:spcBef>
              <a:spcAft>
                <a:spcPts val="0"/>
              </a:spcAft>
              <a:buSzPts val="2800"/>
              <a:buNone/>
              <a:defRPr/>
            </a:lvl4pPr>
            <a:lvl5pPr lvl="4">
              <a:lnSpc>
                <a:spcPct val="90000"/>
              </a:lnSpc>
              <a:spcBef>
                <a:spcPts val="0"/>
              </a:spcBef>
              <a:spcAft>
                <a:spcPts val="0"/>
              </a:spcAft>
              <a:buSzPts val="2800"/>
              <a:buNone/>
              <a:defRPr/>
            </a:lvl5pPr>
            <a:lvl6pPr lvl="5">
              <a:lnSpc>
                <a:spcPct val="90000"/>
              </a:lnSpc>
              <a:spcBef>
                <a:spcPts val="0"/>
              </a:spcBef>
              <a:spcAft>
                <a:spcPts val="0"/>
              </a:spcAft>
              <a:buSzPts val="2800"/>
              <a:buNone/>
              <a:defRPr/>
            </a:lvl6pPr>
            <a:lvl7pPr lvl="6">
              <a:lnSpc>
                <a:spcPct val="90000"/>
              </a:lnSpc>
              <a:spcBef>
                <a:spcPts val="0"/>
              </a:spcBef>
              <a:spcAft>
                <a:spcPts val="0"/>
              </a:spcAft>
              <a:buSzPts val="2800"/>
              <a:buNone/>
              <a:defRPr/>
            </a:lvl7pPr>
            <a:lvl8pPr lvl="7">
              <a:lnSpc>
                <a:spcPct val="90000"/>
              </a:lnSpc>
              <a:spcBef>
                <a:spcPts val="0"/>
              </a:spcBef>
              <a:spcAft>
                <a:spcPts val="0"/>
              </a:spcAft>
              <a:buSzPts val="2800"/>
              <a:buNone/>
              <a:defRPr/>
            </a:lvl8pPr>
            <a:lvl9pPr lvl="8">
              <a:lnSpc>
                <a:spcPct val="90000"/>
              </a:lnSpc>
              <a:spcBef>
                <a:spcPts val="0"/>
              </a:spcBef>
              <a:spcAft>
                <a:spcPts val="0"/>
              </a:spcAft>
              <a:buSzPts val="2800"/>
              <a:buNone/>
              <a:defRPr/>
            </a:lvl9pPr>
          </a:lstStyle>
          <a:p>
            <a:endParaRPr/>
          </a:p>
        </p:txBody>
      </p:sp>
      <p:sp>
        <p:nvSpPr>
          <p:cNvPr id="286" name="Google Shape;286;p65"/>
          <p:cNvSpPr txBox="1">
            <a:spLocks noGrp="1"/>
          </p:cNvSpPr>
          <p:nvPr>
            <p:ph type="subTitle" idx="1"/>
          </p:nvPr>
        </p:nvSpPr>
        <p:spPr>
          <a:xfrm>
            <a:off x="738250" y="1560425"/>
            <a:ext cx="3081000" cy="1101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a:endParaRPr/>
          </a:p>
        </p:txBody>
      </p:sp>
      <p:sp>
        <p:nvSpPr>
          <p:cNvPr id="287" name="Google Shape;287;p65"/>
          <p:cNvSpPr txBox="1"/>
          <p:nvPr/>
        </p:nvSpPr>
        <p:spPr>
          <a:xfrm>
            <a:off x="738250" y="3426750"/>
            <a:ext cx="3208800" cy="10191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a:solidFill>
                  <a:schemeClr val="accent2"/>
                </a:solidFill>
                <a:latin typeface="Abel"/>
                <a:ea typeface="Abel"/>
                <a:cs typeface="Abel"/>
                <a:sym typeface="Abel"/>
              </a:rPr>
              <a:t>CREDITS: This presentation template was created by </a:t>
            </a:r>
            <a:r>
              <a:rPr lang="en" sz="1200">
                <a:solidFill>
                  <a:schemeClr val="accent2"/>
                </a:solidFill>
                <a:uFill>
                  <a:noFill/>
                </a:uFill>
                <a:latin typeface="Abel"/>
                <a:ea typeface="Abel"/>
                <a:cs typeface="Abel"/>
                <a:sym typeface="Abel"/>
                <a:hlinkClick r:id="rId3">
                  <a:extLst>
                    <a:ext uri="{A12FA001-AC4F-418D-AE19-62706E023703}">
                      <ahyp:hlinkClr xmlns:ahyp="http://schemas.microsoft.com/office/drawing/2018/hyperlinkcolor" val="tx"/>
                    </a:ext>
                  </a:extLst>
                </a:hlinkClick>
              </a:rPr>
              <a:t>Slidesgo</a:t>
            </a:r>
            <a:r>
              <a:rPr lang="en" sz="1200">
                <a:solidFill>
                  <a:schemeClr val="accent2"/>
                </a:solidFill>
                <a:latin typeface="Abel"/>
                <a:ea typeface="Abel"/>
                <a:cs typeface="Abel"/>
                <a:sym typeface="Abel"/>
              </a:rPr>
              <a:t>, including icons by </a:t>
            </a:r>
            <a:r>
              <a:rPr lang="en" sz="1200">
                <a:solidFill>
                  <a:schemeClr val="accent2"/>
                </a:solidFill>
                <a:uFill>
                  <a:noFill/>
                </a:uFill>
                <a:latin typeface="Abel"/>
                <a:ea typeface="Abel"/>
                <a:cs typeface="Abel"/>
                <a:sym typeface="Abel"/>
                <a:hlinkClick r:id="rId4">
                  <a:extLst>
                    <a:ext uri="{A12FA001-AC4F-418D-AE19-62706E023703}">
                      <ahyp:hlinkClr xmlns:ahyp="http://schemas.microsoft.com/office/drawing/2018/hyperlinkcolor" val="tx"/>
                    </a:ext>
                  </a:extLst>
                </a:hlinkClick>
              </a:rPr>
              <a:t>Flaticon</a:t>
            </a:r>
            <a:r>
              <a:rPr lang="en" sz="1200">
                <a:solidFill>
                  <a:schemeClr val="accent2"/>
                </a:solidFill>
                <a:latin typeface="Abel"/>
                <a:ea typeface="Abel"/>
                <a:cs typeface="Abel"/>
                <a:sym typeface="Abel"/>
              </a:rPr>
              <a:t>, and infographics &amp; images by </a:t>
            </a:r>
            <a:r>
              <a:rPr lang="en" sz="1200">
                <a:solidFill>
                  <a:schemeClr val="accent2"/>
                </a:solidFill>
                <a:uFill>
                  <a:noFill/>
                </a:uFill>
                <a:latin typeface="Abel"/>
                <a:ea typeface="Abel"/>
                <a:cs typeface="Abel"/>
                <a:sym typeface="Abel"/>
                <a:hlinkClick r:id="rId5">
                  <a:extLst>
                    <a:ext uri="{A12FA001-AC4F-418D-AE19-62706E023703}">
                      <ahyp:hlinkClr xmlns:ahyp="http://schemas.microsoft.com/office/drawing/2018/hyperlinkcolor" val="tx"/>
                    </a:ext>
                  </a:extLst>
                </a:hlinkClick>
              </a:rPr>
              <a:t>Freepik</a:t>
            </a:r>
            <a:r>
              <a:rPr lang="en" sz="1200">
                <a:solidFill>
                  <a:schemeClr val="accent2"/>
                </a:solidFill>
                <a:latin typeface="Abel"/>
                <a:ea typeface="Abel"/>
                <a:cs typeface="Abel"/>
                <a:sym typeface="Abel"/>
              </a:rPr>
              <a:t>. </a:t>
            </a:r>
            <a:endParaRPr sz="1200">
              <a:solidFill>
                <a:schemeClr val="accent2"/>
              </a:solidFill>
              <a:latin typeface="Abel"/>
              <a:ea typeface="Abel"/>
              <a:cs typeface="Abel"/>
              <a:sym typeface="Abel"/>
            </a:endParaRPr>
          </a:p>
          <a:p>
            <a:pPr marL="0" lvl="0" indent="0" algn="l" rtl="0">
              <a:spcBef>
                <a:spcPts val="300"/>
              </a:spcBef>
              <a:spcAft>
                <a:spcPts val="0"/>
              </a:spcAft>
              <a:buNone/>
            </a:pPr>
            <a:endParaRPr sz="1200">
              <a:solidFill>
                <a:schemeClr val="accent2"/>
              </a:solidFill>
              <a:latin typeface="Abel"/>
              <a:ea typeface="Abel"/>
              <a:cs typeface="Abel"/>
              <a:sym typeface="Abe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 Bullet Points 1">
  <p:cSld name="TITLE_AND_BODY_2_1">
    <p:bg>
      <p:bgPr>
        <a:blipFill>
          <a:blip r:embed="rId2">
            <a:alphaModFix/>
          </a:blip>
          <a:stretch>
            <a:fillRect/>
          </a:stretch>
        </a:blipFill>
        <a:effectLst/>
      </p:bgPr>
    </p:bg>
    <p:spTree>
      <p:nvGrpSpPr>
        <p:cNvPr id="1" name="Shape 288"/>
        <p:cNvGrpSpPr/>
        <p:nvPr/>
      </p:nvGrpSpPr>
      <p:grpSpPr>
        <a:xfrm>
          <a:off x="0" y="0"/>
          <a:ext cx="0" cy="0"/>
          <a:chOff x="0" y="0"/>
          <a:chExt cx="0" cy="0"/>
        </a:xfrm>
      </p:grpSpPr>
      <p:sp>
        <p:nvSpPr>
          <p:cNvPr id="289" name="Google Shape;289;p66"/>
          <p:cNvSpPr txBox="1">
            <a:spLocks noGrp="1"/>
          </p:cNvSpPr>
          <p:nvPr>
            <p:ph type="title"/>
          </p:nvPr>
        </p:nvSpPr>
        <p:spPr>
          <a:xfrm>
            <a:off x="895750" y="7289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0" name="Google Shape;290;p66"/>
          <p:cNvSpPr txBox="1">
            <a:spLocks noGrp="1"/>
          </p:cNvSpPr>
          <p:nvPr>
            <p:ph type="body" idx="1"/>
          </p:nvPr>
        </p:nvSpPr>
        <p:spPr>
          <a:xfrm>
            <a:off x="895750" y="1539675"/>
            <a:ext cx="4182000" cy="2662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1600"/>
              </a:spcBef>
              <a:spcAft>
                <a:spcPts val="0"/>
              </a:spcAft>
              <a:buSzPts val="1400"/>
              <a:buChar char="○"/>
              <a:defRPr sz="1400"/>
            </a:lvl2pPr>
            <a:lvl3pPr marL="1371600" lvl="2" indent="-317500">
              <a:spcBef>
                <a:spcPts val="1600"/>
              </a:spcBef>
              <a:spcAft>
                <a:spcPts val="0"/>
              </a:spcAft>
              <a:buSzPts val="1400"/>
              <a:buChar char="■"/>
              <a:defRPr sz="1400"/>
            </a:lvl3pPr>
            <a:lvl4pPr marL="1828800" lvl="3" indent="-317500">
              <a:spcBef>
                <a:spcPts val="1600"/>
              </a:spcBef>
              <a:spcAft>
                <a:spcPts val="0"/>
              </a:spcAft>
              <a:buSzPts val="1400"/>
              <a:buChar char="●"/>
              <a:defRPr sz="1400"/>
            </a:lvl4pPr>
            <a:lvl5pPr marL="2286000" lvl="4" indent="-317500">
              <a:spcBef>
                <a:spcPts val="1600"/>
              </a:spcBef>
              <a:spcAft>
                <a:spcPts val="0"/>
              </a:spcAft>
              <a:buSzPts val="1400"/>
              <a:buChar char="○"/>
              <a:defRPr sz="1400"/>
            </a:lvl5pPr>
            <a:lvl6pPr marL="2743200" lvl="5" indent="-317500">
              <a:spcBef>
                <a:spcPts val="1600"/>
              </a:spcBef>
              <a:spcAft>
                <a:spcPts val="0"/>
              </a:spcAft>
              <a:buSzPts val="1400"/>
              <a:buChar char="■"/>
              <a:defRPr sz="1400"/>
            </a:lvl6pPr>
            <a:lvl7pPr marL="3200400" lvl="6" indent="-317500">
              <a:spcBef>
                <a:spcPts val="1600"/>
              </a:spcBef>
              <a:spcAft>
                <a:spcPts val="0"/>
              </a:spcAft>
              <a:buSzPts val="1400"/>
              <a:buChar char="●"/>
              <a:defRPr sz="1400"/>
            </a:lvl7pPr>
            <a:lvl8pPr marL="3657600" lvl="7" indent="-317500">
              <a:spcBef>
                <a:spcPts val="1600"/>
              </a:spcBef>
              <a:spcAft>
                <a:spcPts val="0"/>
              </a:spcAft>
              <a:buSzPts val="1400"/>
              <a:buChar char="○"/>
              <a:defRPr sz="1400"/>
            </a:lvl8pPr>
            <a:lvl9pPr marL="4114800" lvl="8" indent="-317500">
              <a:spcBef>
                <a:spcPts val="1600"/>
              </a:spcBef>
              <a:spcAft>
                <a:spcPts val="1600"/>
              </a:spcAft>
              <a:buSzPts val="1400"/>
              <a:buChar char="■"/>
              <a:defRPr sz="1400"/>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 Bullet Points 2">
  <p:cSld name="TITLE_AND_BODY_2_1_1">
    <p:bg>
      <p:bgPr>
        <a:blipFill>
          <a:blip r:embed="rId2">
            <a:alphaModFix/>
          </a:blip>
          <a:stretch>
            <a:fillRect/>
          </a:stretch>
        </a:blipFill>
        <a:effectLst/>
      </p:bgPr>
    </p:bg>
    <p:spTree>
      <p:nvGrpSpPr>
        <p:cNvPr id="1" name="Shape 291"/>
        <p:cNvGrpSpPr/>
        <p:nvPr/>
      </p:nvGrpSpPr>
      <p:grpSpPr>
        <a:xfrm>
          <a:off x="0" y="0"/>
          <a:ext cx="0" cy="0"/>
          <a:chOff x="0" y="0"/>
          <a:chExt cx="0" cy="0"/>
        </a:xfrm>
      </p:grpSpPr>
      <p:sp>
        <p:nvSpPr>
          <p:cNvPr id="292" name="Google Shape;292;p67"/>
          <p:cNvSpPr txBox="1">
            <a:spLocks noGrp="1"/>
          </p:cNvSpPr>
          <p:nvPr>
            <p:ph type="title"/>
          </p:nvPr>
        </p:nvSpPr>
        <p:spPr>
          <a:xfrm>
            <a:off x="4477150" y="7289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3" name="Google Shape;293;p67"/>
          <p:cNvSpPr txBox="1">
            <a:spLocks noGrp="1"/>
          </p:cNvSpPr>
          <p:nvPr>
            <p:ph type="body" idx="1"/>
          </p:nvPr>
        </p:nvSpPr>
        <p:spPr>
          <a:xfrm>
            <a:off x="4477150" y="1539675"/>
            <a:ext cx="3911400" cy="26625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sz="1600"/>
            </a:lvl1pPr>
            <a:lvl2pPr marL="914400" lvl="1" indent="-330200">
              <a:spcBef>
                <a:spcPts val="1600"/>
              </a:spcBef>
              <a:spcAft>
                <a:spcPts val="0"/>
              </a:spcAft>
              <a:buSzPts val="1600"/>
              <a:buChar char="○"/>
              <a:defRPr sz="1600"/>
            </a:lvl2pPr>
            <a:lvl3pPr marL="1371600" lvl="2" indent="-330200">
              <a:spcBef>
                <a:spcPts val="1600"/>
              </a:spcBef>
              <a:spcAft>
                <a:spcPts val="0"/>
              </a:spcAft>
              <a:buSzPts val="1600"/>
              <a:buChar char="■"/>
              <a:defRPr sz="1600"/>
            </a:lvl3pPr>
            <a:lvl4pPr marL="1828800" lvl="3" indent="-330200">
              <a:spcBef>
                <a:spcPts val="1600"/>
              </a:spcBef>
              <a:spcAft>
                <a:spcPts val="0"/>
              </a:spcAft>
              <a:buSzPts val="1600"/>
              <a:buChar char="●"/>
              <a:defRPr sz="1600"/>
            </a:lvl4pPr>
            <a:lvl5pPr marL="2286000" lvl="4" indent="-330200">
              <a:spcBef>
                <a:spcPts val="1600"/>
              </a:spcBef>
              <a:spcAft>
                <a:spcPts val="0"/>
              </a:spcAft>
              <a:buSzPts val="1600"/>
              <a:buChar char="○"/>
              <a:defRPr sz="1600"/>
            </a:lvl5pPr>
            <a:lvl6pPr marL="2743200" lvl="5" indent="-330200">
              <a:spcBef>
                <a:spcPts val="1600"/>
              </a:spcBef>
              <a:spcAft>
                <a:spcPts val="0"/>
              </a:spcAft>
              <a:buSzPts val="1600"/>
              <a:buChar char="■"/>
              <a:defRPr sz="1600"/>
            </a:lvl6pPr>
            <a:lvl7pPr marL="3200400" lvl="6" indent="-330200">
              <a:spcBef>
                <a:spcPts val="1600"/>
              </a:spcBef>
              <a:spcAft>
                <a:spcPts val="0"/>
              </a:spcAft>
              <a:buSzPts val="1600"/>
              <a:buChar char="●"/>
              <a:defRPr sz="1600"/>
            </a:lvl7pPr>
            <a:lvl8pPr marL="3657600" lvl="7" indent="-330200">
              <a:spcBef>
                <a:spcPts val="1600"/>
              </a:spcBef>
              <a:spcAft>
                <a:spcPts val="0"/>
              </a:spcAft>
              <a:buSzPts val="1600"/>
              <a:buChar char="○"/>
              <a:defRPr sz="1600"/>
            </a:lvl8pPr>
            <a:lvl9pPr marL="4114800" lvl="8" indent="-330200">
              <a:spcBef>
                <a:spcPts val="1600"/>
              </a:spcBef>
              <a:spcAft>
                <a:spcPts val="1600"/>
              </a:spcAft>
              <a:buSzPts val="1600"/>
              <a:buChar char="■"/>
              <a:defRPr sz="1600"/>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ackground">
  <p:cSld name="BLANK_1">
    <p:spTree>
      <p:nvGrpSpPr>
        <p:cNvPr id="1" name="Shape 29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34" Type="http://schemas.openxmlformats.org/officeDocument/2006/relationships/theme" Target="../theme/theme2.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slideLayout" Target="../slideLayouts/slideLayout64.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2"/>
              </a:buClr>
              <a:buSzPts val="2800"/>
              <a:buFont typeface="Staatliches"/>
              <a:buNone/>
              <a:defRPr sz="2800">
                <a:solidFill>
                  <a:schemeClr val="accent2"/>
                </a:solidFill>
                <a:latin typeface="Staatliches"/>
                <a:ea typeface="Staatliches"/>
                <a:cs typeface="Staatliches"/>
                <a:sym typeface="Staatliches"/>
              </a:defRPr>
            </a:lvl1pPr>
            <a:lvl2pPr lvl="1">
              <a:spcBef>
                <a:spcPts val="0"/>
              </a:spcBef>
              <a:spcAft>
                <a:spcPts val="0"/>
              </a:spcAft>
              <a:buClr>
                <a:schemeClr val="accent3"/>
              </a:buClr>
              <a:buSzPts val="2800"/>
              <a:buNone/>
              <a:defRPr sz="2800">
                <a:solidFill>
                  <a:schemeClr val="accent3"/>
                </a:solidFill>
              </a:defRPr>
            </a:lvl2pPr>
            <a:lvl3pPr lvl="2">
              <a:spcBef>
                <a:spcPts val="0"/>
              </a:spcBef>
              <a:spcAft>
                <a:spcPts val="0"/>
              </a:spcAft>
              <a:buClr>
                <a:schemeClr val="accent3"/>
              </a:buClr>
              <a:buSzPts val="2800"/>
              <a:buNone/>
              <a:defRPr sz="2800">
                <a:solidFill>
                  <a:schemeClr val="accent3"/>
                </a:solidFill>
              </a:defRPr>
            </a:lvl3pPr>
            <a:lvl4pPr lvl="3">
              <a:spcBef>
                <a:spcPts val="0"/>
              </a:spcBef>
              <a:spcAft>
                <a:spcPts val="0"/>
              </a:spcAft>
              <a:buClr>
                <a:schemeClr val="accent3"/>
              </a:buClr>
              <a:buSzPts val="2800"/>
              <a:buNone/>
              <a:defRPr sz="2800">
                <a:solidFill>
                  <a:schemeClr val="accent3"/>
                </a:solidFill>
              </a:defRPr>
            </a:lvl4pPr>
            <a:lvl5pPr lvl="4">
              <a:spcBef>
                <a:spcPts val="0"/>
              </a:spcBef>
              <a:spcAft>
                <a:spcPts val="0"/>
              </a:spcAft>
              <a:buClr>
                <a:schemeClr val="accent3"/>
              </a:buClr>
              <a:buSzPts val="2800"/>
              <a:buNone/>
              <a:defRPr sz="2800">
                <a:solidFill>
                  <a:schemeClr val="accent3"/>
                </a:solidFill>
              </a:defRPr>
            </a:lvl5pPr>
            <a:lvl6pPr lvl="5">
              <a:spcBef>
                <a:spcPts val="0"/>
              </a:spcBef>
              <a:spcAft>
                <a:spcPts val="0"/>
              </a:spcAft>
              <a:buClr>
                <a:schemeClr val="accent3"/>
              </a:buClr>
              <a:buSzPts val="2800"/>
              <a:buNone/>
              <a:defRPr sz="2800">
                <a:solidFill>
                  <a:schemeClr val="accent3"/>
                </a:solidFill>
              </a:defRPr>
            </a:lvl6pPr>
            <a:lvl7pPr lvl="6">
              <a:spcBef>
                <a:spcPts val="0"/>
              </a:spcBef>
              <a:spcAft>
                <a:spcPts val="0"/>
              </a:spcAft>
              <a:buClr>
                <a:schemeClr val="accent3"/>
              </a:buClr>
              <a:buSzPts val="2800"/>
              <a:buNone/>
              <a:defRPr sz="2800">
                <a:solidFill>
                  <a:schemeClr val="accent3"/>
                </a:solidFill>
              </a:defRPr>
            </a:lvl7pPr>
            <a:lvl8pPr lvl="7">
              <a:spcBef>
                <a:spcPts val="0"/>
              </a:spcBef>
              <a:spcAft>
                <a:spcPts val="0"/>
              </a:spcAft>
              <a:buClr>
                <a:schemeClr val="accent3"/>
              </a:buClr>
              <a:buSzPts val="2800"/>
              <a:buNone/>
              <a:defRPr sz="2800">
                <a:solidFill>
                  <a:schemeClr val="accent3"/>
                </a:solidFill>
              </a:defRPr>
            </a:lvl8pPr>
            <a:lvl9pPr lvl="8">
              <a:spcBef>
                <a:spcPts val="0"/>
              </a:spcBef>
              <a:spcAft>
                <a:spcPts val="0"/>
              </a:spcAft>
              <a:buClr>
                <a:schemeClr val="accent3"/>
              </a:buClr>
              <a:buSzPts val="2800"/>
              <a:buNone/>
              <a:defRPr sz="2800">
                <a:solidFill>
                  <a:schemeClr val="accent3"/>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accent5"/>
              </a:buClr>
              <a:buSzPts val="1600"/>
              <a:buFont typeface="Abel"/>
              <a:buChar char="●"/>
              <a:defRPr sz="1600">
                <a:solidFill>
                  <a:schemeClr val="accent5"/>
                </a:solidFill>
                <a:latin typeface="Abel"/>
                <a:ea typeface="Abel"/>
                <a:cs typeface="Abel"/>
                <a:sym typeface="Abel"/>
              </a:defRPr>
            </a:lvl1pPr>
            <a:lvl2pPr marL="914400" lvl="1"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2pPr>
            <a:lvl3pPr marL="1371600" lvl="2"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3pPr>
            <a:lvl4pPr marL="1828800" lvl="3"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4pPr>
            <a:lvl5pPr marL="2286000" lvl="4"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5pPr>
            <a:lvl6pPr marL="2743200" lvl="5"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6pPr>
            <a:lvl7pPr marL="3200400" lvl="6"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7pPr>
            <a:lvl8pPr marL="3657600" lvl="7"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8pPr>
            <a:lvl9pPr marL="4114800" lvl="8" indent="-330200">
              <a:lnSpc>
                <a:spcPct val="100000"/>
              </a:lnSpc>
              <a:spcBef>
                <a:spcPts val="1600"/>
              </a:spcBef>
              <a:spcAft>
                <a:spcPts val="1600"/>
              </a:spcAft>
              <a:buClr>
                <a:schemeClr val="accent5"/>
              </a:buClr>
              <a:buSzPts val="1600"/>
              <a:buFont typeface="Abel"/>
              <a:buChar char="■"/>
              <a:defRPr sz="1600">
                <a:solidFill>
                  <a:schemeClr val="accent5"/>
                </a:solidFill>
                <a:latin typeface="Abel"/>
                <a:ea typeface="Abel"/>
                <a:cs typeface="Abel"/>
                <a:sym typeface="Abe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00000"/>
        </a:solidFill>
        <a:effectLst/>
      </p:bgPr>
    </p:bg>
    <p:spTree>
      <p:nvGrpSpPr>
        <p:cNvPr id="1" name="Shape 150"/>
        <p:cNvGrpSpPr/>
        <p:nvPr/>
      </p:nvGrpSpPr>
      <p:grpSpPr>
        <a:xfrm>
          <a:off x="0" y="0"/>
          <a:ext cx="0" cy="0"/>
          <a:chOff x="0" y="0"/>
          <a:chExt cx="0" cy="0"/>
        </a:xfrm>
      </p:grpSpPr>
      <p:sp>
        <p:nvSpPr>
          <p:cNvPr id="151" name="Google Shape;151;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2"/>
              </a:buClr>
              <a:buSzPts val="2800"/>
              <a:buFont typeface="Staatliches"/>
              <a:buNone/>
              <a:defRPr sz="2800">
                <a:solidFill>
                  <a:schemeClr val="accent2"/>
                </a:solidFill>
                <a:latin typeface="Staatliches"/>
                <a:ea typeface="Staatliches"/>
                <a:cs typeface="Staatliches"/>
                <a:sym typeface="Staatliches"/>
              </a:defRPr>
            </a:lvl1pPr>
            <a:lvl2pPr lvl="1">
              <a:spcBef>
                <a:spcPts val="0"/>
              </a:spcBef>
              <a:spcAft>
                <a:spcPts val="0"/>
              </a:spcAft>
              <a:buClr>
                <a:schemeClr val="accent3"/>
              </a:buClr>
              <a:buSzPts val="2800"/>
              <a:buNone/>
              <a:defRPr sz="2800">
                <a:solidFill>
                  <a:schemeClr val="accent3"/>
                </a:solidFill>
              </a:defRPr>
            </a:lvl2pPr>
            <a:lvl3pPr lvl="2">
              <a:spcBef>
                <a:spcPts val="0"/>
              </a:spcBef>
              <a:spcAft>
                <a:spcPts val="0"/>
              </a:spcAft>
              <a:buClr>
                <a:schemeClr val="accent3"/>
              </a:buClr>
              <a:buSzPts val="2800"/>
              <a:buNone/>
              <a:defRPr sz="2800">
                <a:solidFill>
                  <a:schemeClr val="accent3"/>
                </a:solidFill>
              </a:defRPr>
            </a:lvl3pPr>
            <a:lvl4pPr lvl="3">
              <a:spcBef>
                <a:spcPts val="0"/>
              </a:spcBef>
              <a:spcAft>
                <a:spcPts val="0"/>
              </a:spcAft>
              <a:buClr>
                <a:schemeClr val="accent3"/>
              </a:buClr>
              <a:buSzPts val="2800"/>
              <a:buNone/>
              <a:defRPr sz="2800">
                <a:solidFill>
                  <a:schemeClr val="accent3"/>
                </a:solidFill>
              </a:defRPr>
            </a:lvl4pPr>
            <a:lvl5pPr lvl="4">
              <a:spcBef>
                <a:spcPts val="0"/>
              </a:spcBef>
              <a:spcAft>
                <a:spcPts val="0"/>
              </a:spcAft>
              <a:buClr>
                <a:schemeClr val="accent3"/>
              </a:buClr>
              <a:buSzPts val="2800"/>
              <a:buNone/>
              <a:defRPr sz="2800">
                <a:solidFill>
                  <a:schemeClr val="accent3"/>
                </a:solidFill>
              </a:defRPr>
            </a:lvl5pPr>
            <a:lvl6pPr lvl="5">
              <a:spcBef>
                <a:spcPts val="0"/>
              </a:spcBef>
              <a:spcAft>
                <a:spcPts val="0"/>
              </a:spcAft>
              <a:buClr>
                <a:schemeClr val="accent3"/>
              </a:buClr>
              <a:buSzPts val="2800"/>
              <a:buNone/>
              <a:defRPr sz="2800">
                <a:solidFill>
                  <a:schemeClr val="accent3"/>
                </a:solidFill>
              </a:defRPr>
            </a:lvl6pPr>
            <a:lvl7pPr lvl="6">
              <a:spcBef>
                <a:spcPts val="0"/>
              </a:spcBef>
              <a:spcAft>
                <a:spcPts val="0"/>
              </a:spcAft>
              <a:buClr>
                <a:schemeClr val="accent3"/>
              </a:buClr>
              <a:buSzPts val="2800"/>
              <a:buNone/>
              <a:defRPr sz="2800">
                <a:solidFill>
                  <a:schemeClr val="accent3"/>
                </a:solidFill>
              </a:defRPr>
            </a:lvl7pPr>
            <a:lvl8pPr lvl="7">
              <a:spcBef>
                <a:spcPts val="0"/>
              </a:spcBef>
              <a:spcAft>
                <a:spcPts val="0"/>
              </a:spcAft>
              <a:buClr>
                <a:schemeClr val="accent3"/>
              </a:buClr>
              <a:buSzPts val="2800"/>
              <a:buNone/>
              <a:defRPr sz="2800">
                <a:solidFill>
                  <a:schemeClr val="accent3"/>
                </a:solidFill>
              </a:defRPr>
            </a:lvl8pPr>
            <a:lvl9pPr lvl="8">
              <a:spcBef>
                <a:spcPts val="0"/>
              </a:spcBef>
              <a:spcAft>
                <a:spcPts val="0"/>
              </a:spcAft>
              <a:buClr>
                <a:schemeClr val="accent3"/>
              </a:buClr>
              <a:buSzPts val="2800"/>
              <a:buNone/>
              <a:defRPr sz="2800">
                <a:solidFill>
                  <a:schemeClr val="accent3"/>
                </a:solidFill>
              </a:defRPr>
            </a:lvl9pPr>
          </a:lstStyle>
          <a:p>
            <a:endParaRPr/>
          </a:p>
        </p:txBody>
      </p:sp>
      <p:sp>
        <p:nvSpPr>
          <p:cNvPr id="152" name="Google Shape;152;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accent5"/>
              </a:buClr>
              <a:buSzPts val="1600"/>
              <a:buFont typeface="Abel"/>
              <a:buChar char="●"/>
              <a:defRPr sz="1600">
                <a:solidFill>
                  <a:schemeClr val="accent5"/>
                </a:solidFill>
                <a:latin typeface="Abel"/>
                <a:ea typeface="Abel"/>
                <a:cs typeface="Abel"/>
                <a:sym typeface="Abel"/>
              </a:defRPr>
            </a:lvl1pPr>
            <a:lvl2pPr marL="914400" lvl="1"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2pPr>
            <a:lvl3pPr marL="1371600" lvl="2"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3pPr>
            <a:lvl4pPr marL="1828800" lvl="3"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4pPr>
            <a:lvl5pPr marL="2286000" lvl="4"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5pPr>
            <a:lvl6pPr marL="2743200" lvl="5"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6pPr>
            <a:lvl7pPr marL="3200400" lvl="6"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7pPr>
            <a:lvl8pPr marL="3657600" lvl="7" indent="-330200">
              <a:lnSpc>
                <a:spcPct val="100000"/>
              </a:lnSpc>
              <a:spcBef>
                <a:spcPts val="1600"/>
              </a:spcBef>
              <a:spcAft>
                <a:spcPts val="0"/>
              </a:spcAft>
              <a:buClr>
                <a:schemeClr val="accent5"/>
              </a:buClr>
              <a:buSzPts val="1600"/>
              <a:buFont typeface="Abel"/>
              <a:buChar char="○"/>
              <a:defRPr sz="1600">
                <a:solidFill>
                  <a:schemeClr val="accent5"/>
                </a:solidFill>
                <a:latin typeface="Abel"/>
                <a:ea typeface="Abel"/>
                <a:cs typeface="Abel"/>
                <a:sym typeface="Abel"/>
              </a:defRPr>
            </a:lvl8pPr>
            <a:lvl9pPr marL="4114800" lvl="8" indent="-330200">
              <a:lnSpc>
                <a:spcPct val="100000"/>
              </a:lnSpc>
              <a:spcBef>
                <a:spcPts val="1600"/>
              </a:spcBef>
              <a:spcAft>
                <a:spcPts val="1600"/>
              </a:spcAft>
              <a:buClr>
                <a:schemeClr val="accent5"/>
              </a:buClr>
              <a:buSzPts val="1600"/>
              <a:buFont typeface="Abel"/>
              <a:buChar char="■"/>
              <a:defRPr sz="1600">
                <a:solidFill>
                  <a:schemeClr val="accent5"/>
                </a:solidFill>
                <a:latin typeface="Abel"/>
                <a:ea typeface="Abel"/>
                <a:cs typeface="Abel"/>
                <a:sym typeface="Abel"/>
              </a:defRPr>
            </a:lvl9pPr>
          </a:lstStyle>
          <a:p>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 id="2147483699" r:id="rId19"/>
    <p:sldLayoutId id="2147483700" r:id="rId20"/>
    <p:sldLayoutId id="2147483701" r:id="rId21"/>
    <p:sldLayoutId id="2147483702" r:id="rId22"/>
    <p:sldLayoutId id="2147483703" r:id="rId23"/>
    <p:sldLayoutId id="2147483704" r:id="rId24"/>
    <p:sldLayoutId id="2147483705" r:id="rId25"/>
    <p:sldLayoutId id="2147483706" r:id="rId26"/>
    <p:sldLayoutId id="2147483707" r:id="rId27"/>
    <p:sldLayoutId id="2147483708" r:id="rId28"/>
    <p:sldLayoutId id="2147483709" r:id="rId29"/>
    <p:sldLayoutId id="2147483710" r:id="rId30"/>
    <p:sldLayoutId id="2147483711" r:id="rId31"/>
    <p:sldLayoutId id="2147483712" r:id="rId32"/>
    <p:sldLayoutId id="2147483713"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6.xml"/></Relationships>
</file>

<file path=ppt/slides/_rels/slide4.xml.rels><?xml version="1.0" encoding="UTF-8" standalone="yes"?>
<Relationships xmlns="http://schemas.openxmlformats.org/package/2006/relationships"><Relationship Id="rId3" Type="http://schemas.openxmlformats.org/officeDocument/2006/relationships/hyperlink" Target="https://zenodo.org/records/14712845" TargetMode="External"/><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hyperlink" Target="https://www.ncei.noaa.gov/access/monitoring/reference-maps/conus-climate-divisions" TargetMode="External"/><Relationship Id="rId5" Type="http://schemas.openxmlformats.org/officeDocument/2006/relationships/hyperlink" Target="https://www2.census.gov/geo/tiger/TIGER2024/COUNTY/tl_2024_us_county.zip" TargetMode="External"/><Relationship Id="rId4" Type="http://schemas.openxmlformats.org/officeDocument/2006/relationships/hyperlink" Target="https://www.fire.ca.gov/our-impact/statistic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5281/zenodo.14712845" TargetMode="External"/><Relationship Id="rId2" Type="http://schemas.openxmlformats.org/officeDocument/2006/relationships/notesSlide" Target="../notesSlides/notesSlide22.xml"/><Relationship Id="rId1" Type="http://schemas.openxmlformats.org/officeDocument/2006/relationships/slideLayout" Target="../slideLayouts/slideLayout11.xml"/><Relationship Id="rId6" Type="http://schemas.openxmlformats.org/officeDocument/2006/relationships/hyperlink" Target="https://psl.noaa.gov/data/usclimdivs/boundaries.html" TargetMode="External"/><Relationship Id="rId5" Type="http://schemas.openxmlformats.org/officeDocument/2006/relationships/hyperlink" Target="https://lab.data.ca.gov/dataset/ca-perimeters-cal-fire-nifc-firis-public-view" TargetMode="External"/><Relationship Id="rId4" Type="http://schemas.openxmlformats.org/officeDocument/2006/relationships/hyperlink" Target="https://gis.data.ca.gov/datasets/CALFIRE-Forestry::california-fire-perimeters-all/explore?location=37.251628%2C-119.269051%2C5.96"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70"/>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question</a:t>
            </a:r>
            <a:endParaRPr/>
          </a:p>
        </p:txBody>
      </p:sp>
      <p:sp>
        <p:nvSpPr>
          <p:cNvPr id="309" name="Google Shape;309;p70"/>
          <p:cNvSpPr txBox="1"/>
          <p:nvPr/>
        </p:nvSpPr>
        <p:spPr>
          <a:xfrm>
            <a:off x="1327200" y="917925"/>
            <a:ext cx="6489600" cy="6450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n" sz="1800">
                <a:solidFill>
                  <a:schemeClr val="lt1"/>
                </a:solidFill>
                <a:latin typeface="Raleway"/>
                <a:ea typeface="Raleway"/>
                <a:cs typeface="Raleway"/>
                <a:sym typeface="Raleway"/>
              </a:rPr>
              <a:t>How can ML models improve short term wildfire prediction in California?</a:t>
            </a:r>
            <a:endParaRPr sz="1800">
              <a:solidFill>
                <a:schemeClr val="lt1"/>
              </a:solidFill>
              <a:latin typeface="Raleway"/>
              <a:ea typeface="Raleway"/>
              <a:cs typeface="Raleway"/>
              <a:sym typeface="Raleway"/>
            </a:endParaRPr>
          </a:p>
          <a:p>
            <a:pPr marL="0" lvl="0" indent="0" algn="l" rtl="0">
              <a:lnSpc>
                <a:spcPct val="80000"/>
              </a:lnSpc>
              <a:spcBef>
                <a:spcPts val="0"/>
              </a:spcBef>
              <a:spcAft>
                <a:spcPts val="0"/>
              </a:spcAft>
              <a:buNone/>
            </a:pPr>
            <a:endParaRPr sz="1300">
              <a:solidFill>
                <a:schemeClr val="lt1"/>
              </a:solidFill>
              <a:latin typeface="Raleway"/>
              <a:ea typeface="Raleway"/>
              <a:cs typeface="Raleway"/>
              <a:sym typeface="Raleway"/>
            </a:endParaRPr>
          </a:p>
          <a:p>
            <a:pPr marL="0" lvl="0" indent="0" algn="l" rtl="0">
              <a:lnSpc>
                <a:spcPct val="80000"/>
              </a:lnSpc>
              <a:spcBef>
                <a:spcPts val="0"/>
              </a:spcBef>
              <a:spcAft>
                <a:spcPts val="0"/>
              </a:spcAft>
              <a:buNone/>
            </a:pPr>
            <a:endParaRPr sz="1600">
              <a:solidFill>
                <a:schemeClr val="lt1"/>
              </a:solidFill>
              <a:latin typeface="Raleway"/>
              <a:ea typeface="Raleway"/>
              <a:cs typeface="Raleway"/>
              <a:sym typeface="Raleway"/>
            </a:endParaRPr>
          </a:p>
          <a:p>
            <a:pPr marL="914400" lvl="0" indent="0" algn="l" rtl="0">
              <a:lnSpc>
                <a:spcPct val="80000"/>
              </a:lnSpc>
              <a:spcBef>
                <a:spcPts val="0"/>
              </a:spcBef>
              <a:spcAft>
                <a:spcPts val="0"/>
              </a:spcAft>
              <a:buNone/>
            </a:pPr>
            <a:endParaRPr sz="1600">
              <a:solidFill>
                <a:schemeClr val="lt1"/>
              </a:solidFill>
              <a:latin typeface="Raleway"/>
              <a:ea typeface="Raleway"/>
              <a:cs typeface="Raleway"/>
              <a:sym typeface="Raleway"/>
            </a:endParaRPr>
          </a:p>
        </p:txBody>
      </p:sp>
      <p:sp>
        <p:nvSpPr>
          <p:cNvPr id="310" name="Google Shape;310;p70"/>
          <p:cNvSpPr txBox="1"/>
          <p:nvPr/>
        </p:nvSpPr>
        <p:spPr>
          <a:xfrm>
            <a:off x="2317750" y="1692375"/>
            <a:ext cx="4561500" cy="30597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Clr>
                <a:schemeClr val="dk1"/>
              </a:buClr>
              <a:buSzPts val="1100"/>
              <a:buFont typeface="Arial"/>
              <a:buNone/>
            </a:pPr>
            <a:r>
              <a:rPr lang="en" sz="1800" b="1">
                <a:solidFill>
                  <a:schemeClr val="accent2"/>
                </a:solidFill>
                <a:latin typeface="Raleway"/>
                <a:ea typeface="Raleway"/>
                <a:cs typeface="Raleway"/>
                <a:sym typeface="Raleway"/>
              </a:rPr>
              <a:t>Why this matters</a:t>
            </a:r>
            <a:endParaRPr sz="1800" b="1">
              <a:solidFill>
                <a:schemeClr val="accent2"/>
              </a:solidFill>
              <a:latin typeface="Raleway"/>
              <a:ea typeface="Raleway"/>
              <a:cs typeface="Raleway"/>
              <a:sym typeface="Raleway"/>
            </a:endParaRPr>
          </a:p>
          <a:p>
            <a:pPr marL="457200" lvl="0" indent="0" algn="ctr" rtl="0">
              <a:lnSpc>
                <a:spcPct val="80000"/>
              </a:lnSpc>
              <a:spcBef>
                <a:spcPts val="0"/>
              </a:spcBef>
              <a:spcAft>
                <a:spcPts val="0"/>
              </a:spcAft>
              <a:buClr>
                <a:schemeClr val="dk1"/>
              </a:buClr>
              <a:buSzPts val="1100"/>
              <a:buFont typeface="Arial"/>
              <a:buNone/>
            </a:pPr>
            <a:endParaRPr sz="1800" b="1" u="sng">
              <a:solidFill>
                <a:schemeClr val="lt1"/>
              </a:solidFill>
              <a:latin typeface="Raleway"/>
              <a:ea typeface="Raleway"/>
              <a:cs typeface="Raleway"/>
              <a:sym typeface="Raleway"/>
            </a:endParaRPr>
          </a:p>
          <a:p>
            <a:pPr marL="0" lvl="0" indent="0" algn="ctr" rtl="0">
              <a:lnSpc>
                <a:spcPct val="80000"/>
              </a:lnSpc>
              <a:spcBef>
                <a:spcPts val="0"/>
              </a:spcBef>
              <a:spcAft>
                <a:spcPts val="0"/>
              </a:spcAft>
              <a:buNone/>
            </a:pPr>
            <a:r>
              <a:rPr lang="en" sz="1800">
                <a:solidFill>
                  <a:schemeClr val="lt1"/>
                </a:solidFill>
                <a:latin typeface="Raleway"/>
                <a:ea typeface="Raleway"/>
                <a:cs typeface="Raleway"/>
                <a:sym typeface="Raleway"/>
              </a:rPr>
              <a:t>Supports Early Warning</a:t>
            </a:r>
            <a:endParaRPr sz="1800">
              <a:solidFill>
                <a:schemeClr val="lt1"/>
              </a:solidFill>
              <a:latin typeface="Raleway"/>
              <a:ea typeface="Raleway"/>
              <a:cs typeface="Raleway"/>
              <a:sym typeface="Raleway"/>
            </a:endParaRPr>
          </a:p>
          <a:p>
            <a:pPr marL="457200" lvl="0" indent="0" algn="ctr" rtl="0">
              <a:lnSpc>
                <a:spcPct val="80000"/>
              </a:lnSpc>
              <a:spcBef>
                <a:spcPts val="0"/>
              </a:spcBef>
              <a:spcAft>
                <a:spcPts val="0"/>
              </a:spcAft>
              <a:buClr>
                <a:schemeClr val="dk1"/>
              </a:buClr>
              <a:buSzPts val="1100"/>
              <a:buFont typeface="Arial"/>
              <a:buNone/>
            </a:pPr>
            <a:endParaRPr sz="1800">
              <a:solidFill>
                <a:schemeClr val="lt1"/>
              </a:solidFill>
              <a:latin typeface="Raleway"/>
              <a:ea typeface="Raleway"/>
              <a:cs typeface="Raleway"/>
              <a:sym typeface="Raleway"/>
            </a:endParaRPr>
          </a:p>
          <a:p>
            <a:pPr marL="0" lvl="0" indent="0" algn="ctr" rtl="0">
              <a:lnSpc>
                <a:spcPct val="80000"/>
              </a:lnSpc>
              <a:spcBef>
                <a:spcPts val="0"/>
              </a:spcBef>
              <a:spcAft>
                <a:spcPts val="0"/>
              </a:spcAft>
              <a:buNone/>
            </a:pPr>
            <a:r>
              <a:rPr lang="en" sz="1800">
                <a:solidFill>
                  <a:schemeClr val="lt1"/>
                </a:solidFill>
                <a:latin typeface="Raleway"/>
                <a:ea typeface="Raleway"/>
                <a:cs typeface="Raleway"/>
                <a:sym typeface="Raleway"/>
              </a:rPr>
              <a:t>Planning for Resource Allocation </a:t>
            </a:r>
            <a:endParaRPr sz="1800">
              <a:solidFill>
                <a:schemeClr val="lt1"/>
              </a:solidFill>
              <a:latin typeface="Raleway"/>
              <a:ea typeface="Raleway"/>
              <a:cs typeface="Raleway"/>
              <a:sym typeface="Raleway"/>
            </a:endParaRPr>
          </a:p>
          <a:p>
            <a:pPr marL="457200" lvl="0" indent="0" algn="ctr" rtl="0">
              <a:lnSpc>
                <a:spcPct val="80000"/>
              </a:lnSpc>
              <a:spcBef>
                <a:spcPts val="0"/>
              </a:spcBef>
              <a:spcAft>
                <a:spcPts val="0"/>
              </a:spcAft>
              <a:buClr>
                <a:schemeClr val="dk1"/>
              </a:buClr>
              <a:buSzPts val="1100"/>
              <a:buFont typeface="Arial"/>
              <a:buNone/>
            </a:pPr>
            <a:endParaRPr sz="1800">
              <a:solidFill>
                <a:schemeClr val="lt1"/>
              </a:solidFill>
              <a:latin typeface="Raleway"/>
              <a:ea typeface="Raleway"/>
              <a:cs typeface="Raleway"/>
              <a:sym typeface="Raleway"/>
            </a:endParaRPr>
          </a:p>
          <a:p>
            <a:pPr marL="0" lvl="0" indent="0" algn="ctr" rtl="0">
              <a:lnSpc>
                <a:spcPct val="80000"/>
              </a:lnSpc>
              <a:spcBef>
                <a:spcPts val="0"/>
              </a:spcBef>
              <a:spcAft>
                <a:spcPts val="0"/>
              </a:spcAft>
              <a:buNone/>
            </a:pPr>
            <a:r>
              <a:rPr lang="en" sz="1800">
                <a:solidFill>
                  <a:schemeClr val="lt1"/>
                </a:solidFill>
                <a:latin typeface="Raleway"/>
                <a:ea typeface="Raleway"/>
                <a:cs typeface="Raleway"/>
                <a:sym typeface="Raleway"/>
              </a:rPr>
              <a:t>Scalability &amp; Expansion</a:t>
            </a:r>
            <a:endParaRPr sz="1800">
              <a:solidFill>
                <a:schemeClr val="lt1"/>
              </a:solidFill>
              <a:latin typeface="Raleway"/>
              <a:ea typeface="Raleway"/>
              <a:cs typeface="Raleway"/>
              <a:sym typeface="Raleway"/>
            </a:endParaRPr>
          </a:p>
          <a:p>
            <a:pPr marL="457200" lvl="0" indent="0" algn="ctr" rtl="0">
              <a:lnSpc>
                <a:spcPct val="80000"/>
              </a:lnSpc>
              <a:spcBef>
                <a:spcPts val="0"/>
              </a:spcBef>
              <a:spcAft>
                <a:spcPts val="0"/>
              </a:spcAft>
              <a:buClr>
                <a:schemeClr val="dk1"/>
              </a:buClr>
              <a:buSzPts val="1100"/>
              <a:buFont typeface="Arial"/>
              <a:buNone/>
            </a:pPr>
            <a:endParaRPr sz="1800">
              <a:solidFill>
                <a:schemeClr val="lt1"/>
              </a:solidFill>
              <a:latin typeface="Raleway"/>
              <a:ea typeface="Raleway"/>
              <a:cs typeface="Raleway"/>
              <a:sym typeface="Raleway"/>
            </a:endParaRPr>
          </a:p>
          <a:p>
            <a:pPr marL="0" lvl="0" indent="0" algn="ctr" rtl="0">
              <a:lnSpc>
                <a:spcPct val="80000"/>
              </a:lnSpc>
              <a:spcBef>
                <a:spcPts val="0"/>
              </a:spcBef>
              <a:spcAft>
                <a:spcPts val="0"/>
              </a:spcAft>
              <a:buNone/>
            </a:pPr>
            <a:r>
              <a:rPr lang="en" sz="1800">
                <a:solidFill>
                  <a:schemeClr val="lt1"/>
                </a:solidFill>
                <a:latin typeface="Raleway"/>
                <a:ea typeface="Raleway"/>
                <a:cs typeface="Raleway"/>
                <a:sym typeface="Raleway"/>
              </a:rPr>
              <a:t>Improves  Policy Decisions </a:t>
            </a:r>
            <a:endParaRPr sz="1800">
              <a:solidFill>
                <a:schemeClr val="lt1"/>
              </a:solidFill>
              <a:latin typeface="Raleway"/>
              <a:ea typeface="Raleway"/>
              <a:cs typeface="Raleway"/>
              <a:sym typeface="Raleway"/>
            </a:endParaRPr>
          </a:p>
          <a:p>
            <a:pPr marL="0" lvl="0" indent="0" algn="l" rtl="0">
              <a:spcBef>
                <a:spcPts val="0"/>
              </a:spcBef>
              <a:spcAft>
                <a:spcPts val="0"/>
              </a:spcAft>
              <a:buNone/>
            </a:pPr>
            <a:endParaRPr sz="1600">
              <a:solidFill>
                <a:schemeClr val="accent5"/>
              </a:solidFill>
              <a:latin typeface="Abel"/>
              <a:ea typeface="Abel"/>
              <a:cs typeface="Abel"/>
              <a:sym typeface="Abe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71"/>
          <p:cNvSpPr txBox="1">
            <a:spLocks noGrp="1"/>
          </p:cNvSpPr>
          <p:nvPr>
            <p:ph type="title"/>
          </p:nvPr>
        </p:nvSpPr>
        <p:spPr>
          <a:xfrm>
            <a:off x="223950" y="3452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Existing wildfire ml models</a:t>
            </a:r>
            <a:endParaRPr/>
          </a:p>
        </p:txBody>
      </p:sp>
      <p:graphicFrame>
        <p:nvGraphicFramePr>
          <p:cNvPr id="316" name="Google Shape;316;p71"/>
          <p:cNvGraphicFramePr/>
          <p:nvPr/>
        </p:nvGraphicFramePr>
        <p:xfrm>
          <a:off x="292175" y="1229850"/>
          <a:ext cx="3000000" cy="3000000"/>
        </p:xfrm>
        <a:graphic>
          <a:graphicData uri="http://schemas.openxmlformats.org/drawingml/2006/table">
            <a:tbl>
              <a:tblPr>
                <a:noFill/>
                <a:tableStyleId>{07F1A8F8-7645-48B5-9726-0F4B0FB98B00}</a:tableStyleId>
              </a:tblPr>
              <a:tblGrid>
                <a:gridCol w="1993375">
                  <a:extLst>
                    <a:ext uri="{9D8B030D-6E8A-4147-A177-3AD203B41FA5}">
                      <a16:colId xmlns:a16="http://schemas.microsoft.com/office/drawing/2014/main" val="20000"/>
                    </a:ext>
                  </a:extLst>
                </a:gridCol>
                <a:gridCol w="1393350">
                  <a:extLst>
                    <a:ext uri="{9D8B030D-6E8A-4147-A177-3AD203B41FA5}">
                      <a16:colId xmlns:a16="http://schemas.microsoft.com/office/drawing/2014/main" val="20001"/>
                    </a:ext>
                  </a:extLst>
                </a:gridCol>
                <a:gridCol w="2130350">
                  <a:extLst>
                    <a:ext uri="{9D8B030D-6E8A-4147-A177-3AD203B41FA5}">
                      <a16:colId xmlns:a16="http://schemas.microsoft.com/office/drawing/2014/main" val="20002"/>
                    </a:ext>
                  </a:extLst>
                </a:gridCol>
                <a:gridCol w="2160800">
                  <a:extLst>
                    <a:ext uri="{9D8B030D-6E8A-4147-A177-3AD203B41FA5}">
                      <a16:colId xmlns:a16="http://schemas.microsoft.com/office/drawing/2014/main" val="20003"/>
                    </a:ext>
                  </a:extLst>
                </a:gridCol>
                <a:gridCol w="1061700">
                  <a:extLst>
                    <a:ext uri="{9D8B030D-6E8A-4147-A177-3AD203B41FA5}">
                      <a16:colId xmlns:a16="http://schemas.microsoft.com/office/drawing/2014/main" val="20004"/>
                    </a:ext>
                  </a:extLst>
                </a:gridCol>
              </a:tblGrid>
              <a:tr h="296425">
                <a:tc>
                  <a:txBody>
                    <a:bodyPr/>
                    <a:lstStyle/>
                    <a:p>
                      <a:pPr marL="0" lvl="0" indent="0" algn="ctr" rtl="0">
                        <a:spcBef>
                          <a:spcPts val="0"/>
                        </a:spcBef>
                        <a:spcAft>
                          <a:spcPts val="0"/>
                        </a:spcAft>
                        <a:buNone/>
                      </a:pPr>
                      <a:r>
                        <a:rPr lang="en" sz="800">
                          <a:solidFill>
                            <a:schemeClr val="lt1"/>
                          </a:solidFill>
                        </a:rPr>
                        <a:t>Item</a:t>
                      </a:r>
                      <a:endParaRPr sz="800">
                        <a:solidFill>
                          <a:schemeClr val="lt1"/>
                        </a:solidFill>
                      </a:endParaRPr>
                    </a:p>
                  </a:txBody>
                  <a:tcPr marL="91425" marR="91425" marT="91425" marB="91425"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lt1"/>
                          </a:solidFill>
                        </a:rPr>
                        <a:t>Paper</a:t>
                      </a:r>
                      <a:endParaRPr sz="800">
                        <a:solidFill>
                          <a:schemeClr val="lt1"/>
                        </a:solidFill>
                      </a:endParaRPr>
                    </a:p>
                  </a:txBody>
                  <a:tcPr marL="91425" marR="91425" marT="91425" marB="91425"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lt1"/>
                          </a:solidFill>
                        </a:rPr>
                        <a:t>Model</a:t>
                      </a:r>
                      <a:endParaRPr sz="800">
                        <a:solidFill>
                          <a:schemeClr val="lt1"/>
                        </a:solidFill>
                      </a:endParaRPr>
                    </a:p>
                  </a:txBody>
                  <a:tcPr marL="91425" marR="91425" marT="91425" marB="91425"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lt1"/>
                          </a:solidFill>
                        </a:rPr>
                        <a:t>Features</a:t>
                      </a:r>
                      <a:endParaRPr sz="800">
                        <a:solidFill>
                          <a:schemeClr val="lt1"/>
                        </a:solidFill>
                      </a:endParaRPr>
                    </a:p>
                  </a:txBody>
                  <a:tcPr marL="91425" marR="91425" marT="91425" marB="91425"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 sz="800">
                          <a:solidFill>
                            <a:schemeClr val="lt1"/>
                          </a:solidFill>
                        </a:rPr>
                        <a:t>Prediction</a:t>
                      </a:r>
                      <a:endParaRPr sz="800">
                        <a:solidFill>
                          <a:schemeClr val="lt1"/>
                        </a:solidFill>
                      </a:endParaRPr>
                    </a:p>
                  </a:txBody>
                  <a:tcPr marL="91425" marR="91425" marT="91425" marB="91425" anchor="ctr">
                    <a:lnL w="9525" cap="flat" cmpd="sng">
                      <a:solidFill>
                        <a:schemeClr val="accent2"/>
                      </a:solidFill>
                      <a:prstDash val="solid"/>
                      <a:round/>
                      <a:headEnd type="none" w="sm" len="sm"/>
                      <a:tailEnd type="none" w="sm" len="sm"/>
                    </a:lnL>
                    <a:lnR w="6350"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535800">
                <a:tc>
                  <a:txBody>
                    <a:bodyPr/>
                    <a:lstStyle/>
                    <a:p>
                      <a:pPr marL="0" lvl="0" indent="0" algn="l" rtl="0">
                        <a:spcBef>
                          <a:spcPts val="0"/>
                        </a:spcBef>
                        <a:spcAft>
                          <a:spcPts val="0"/>
                        </a:spcAft>
                        <a:buNone/>
                      </a:pPr>
                      <a:r>
                        <a:rPr lang="en" sz="800">
                          <a:solidFill>
                            <a:schemeClr val="lt1"/>
                          </a:solidFill>
                        </a:rPr>
                        <a:t>Data-Driven Wildfire Risk Prediction in Northern California (atmosphere 2021)</a:t>
                      </a:r>
                      <a:endParaRPr sz="800">
                        <a:solidFill>
                          <a:schemeClr val="lt1"/>
                        </a:solidFill>
                      </a:endParaRPr>
                    </a:p>
                  </a:txBody>
                  <a:tcPr marL="91425" marR="91425" marT="91425" marB="91425">
                    <a:lnL w="6350"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 sz="800">
                          <a:solidFill>
                            <a:schemeClr val="lt1"/>
                          </a:solidFill>
                        </a:rPr>
                        <a:t>Atmosphere 2021</a:t>
                      </a:r>
                      <a:endParaRPr sz="800">
                        <a:solidFill>
                          <a:schemeClr val="lt1"/>
                        </a:solidFill>
                      </a:endParaRPr>
                    </a:p>
                  </a:txBody>
                  <a:tcPr marL="91425" marR="91425" marT="91425" marB="91425">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 sz="800">
                          <a:solidFill>
                            <a:schemeClr val="lt1"/>
                          </a:solidFill>
                        </a:rPr>
                        <a:t>Random Forest - 92%, </a:t>
                      </a:r>
                      <a:endParaRPr sz="800">
                        <a:solidFill>
                          <a:schemeClr val="lt1"/>
                        </a:solidFill>
                      </a:endParaRPr>
                    </a:p>
                    <a:p>
                      <a:pPr marL="0" lvl="0" indent="0" algn="l" rtl="0">
                        <a:spcBef>
                          <a:spcPts val="0"/>
                        </a:spcBef>
                        <a:spcAft>
                          <a:spcPts val="0"/>
                        </a:spcAft>
                        <a:buNone/>
                      </a:pPr>
                      <a:r>
                        <a:rPr lang="en" sz="800">
                          <a:solidFill>
                            <a:schemeClr val="lt1"/>
                          </a:solidFill>
                        </a:rPr>
                        <a:t>Adabost - 91.5%, </a:t>
                      </a:r>
                      <a:endParaRPr sz="800">
                        <a:solidFill>
                          <a:schemeClr val="lt1"/>
                        </a:solidFill>
                      </a:endParaRPr>
                    </a:p>
                    <a:p>
                      <a:pPr marL="0" lvl="0" indent="0" algn="l" rtl="0">
                        <a:spcBef>
                          <a:spcPts val="0"/>
                        </a:spcBef>
                        <a:spcAft>
                          <a:spcPts val="0"/>
                        </a:spcAft>
                        <a:buNone/>
                      </a:pPr>
                      <a:r>
                        <a:rPr lang="en" sz="800">
                          <a:solidFill>
                            <a:schemeClr val="lt1"/>
                          </a:solidFill>
                        </a:rPr>
                        <a:t>Gradient Boosting Trees - 90.5%</a:t>
                      </a:r>
                      <a:endParaRPr sz="800">
                        <a:solidFill>
                          <a:schemeClr val="lt1"/>
                        </a:solidFill>
                      </a:endParaRPr>
                    </a:p>
                  </a:txBody>
                  <a:tcPr marL="91425" marR="91425" marT="91425" marB="91425">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 sz="800">
                          <a:solidFill>
                            <a:schemeClr val="lt1"/>
                          </a:solidFill>
                        </a:rPr>
                        <a:t>Weather, Terrain, Powerline and Vegetation</a:t>
                      </a:r>
                      <a:endParaRPr sz="800">
                        <a:solidFill>
                          <a:schemeClr val="lt1"/>
                        </a:solidFill>
                      </a:endParaRPr>
                    </a:p>
                  </a:txBody>
                  <a:tcPr marL="91425" marR="91425" marT="91425" marB="91425">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 sz="800">
                          <a:solidFill>
                            <a:schemeClr val="lt1"/>
                          </a:solidFill>
                        </a:rPr>
                        <a:t>Fire / No Fire</a:t>
                      </a:r>
                      <a:endParaRPr sz="800">
                        <a:solidFill>
                          <a:schemeClr val="lt1"/>
                        </a:solidFill>
                      </a:endParaRPr>
                    </a:p>
                  </a:txBody>
                  <a:tcPr marL="91425" marR="91425" marT="91425" marB="91425">
                    <a:lnL w="9525" cap="flat" cmpd="sng">
                      <a:solidFill>
                        <a:schemeClr val="accent2"/>
                      </a:solidFill>
                      <a:prstDash val="solid"/>
                      <a:round/>
                      <a:headEnd type="none" w="sm" len="sm"/>
                      <a:tailEnd type="none" w="sm" len="sm"/>
                    </a:lnL>
                    <a:lnR w="6350"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655500">
                <a:tc>
                  <a:txBody>
                    <a:bodyPr/>
                    <a:lstStyle/>
                    <a:p>
                      <a:pPr marL="0" lvl="0" indent="0" algn="l" rtl="0">
                        <a:spcBef>
                          <a:spcPts val="0"/>
                        </a:spcBef>
                        <a:spcAft>
                          <a:spcPts val="0"/>
                        </a:spcAft>
                        <a:buNone/>
                      </a:pPr>
                      <a:r>
                        <a:rPr lang="en" sz="800">
                          <a:solidFill>
                            <a:schemeClr val="lt1"/>
                          </a:solidFill>
                        </a:rPr>
                        <a:t>Identifying Key Drivers of Wildfires in the contiguous US using Machine Learning and Gaming Theory (Earth’s Future, May 2021)</a:t>
                      </a:r>
                      <a:endParaRPr sz="800">
                        <a:solidFill>
                          <a:schemeClr val="lt1"/>
                        </a:solidFill>
                      </a:endParaRPr>
                    </a:p>
                  </a:txBody>
                  <a:tcPr marL="91425" marR="91425" marT="91425" marB="91425">
                    <a:lnL w="6350"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 sz="800">
                          <a:solidFill>
                            <a:schemeClr val="lt1"/>
                          </a:solidFill>
                        </a:rPr>
                        <a:t>Earth’s Future, May 2021</a:t>
                      </a:r>
                      <a:endParaRPr sz="800">
                        <a:solidFill>
                          <a:schemeClr val="lt1"/>
                        </a:solidFill>
                      </a:endParaRPr>
                    </a:p>
                  </a:txBody>
                  <a:tcPr marL="91425" marR="91425" marT="91425" marB="91425">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 sz="800">
                          <a:solidFill>
                            <a:schemeClr val="lt1"/>
                          </a:solidFill>
                        </a:rPr>
                        <a:t>eXtreme Gradient Boosting Model - RMSE 2.04 km squared</a:t>
                      </a:r>
                      <a:endParaRPr sz="800">
                        <a:solidFill>
                          <a:schemeClr val="lt1"/>
                        </a:solidFill>
                      </a:endParaRPr>
                    </a:p>
                  </a:txBody>
                  <a:tcPr marL="91425" marR="91425" marT="91425" marB="91425">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 sz="800">
                          <a:solidFill>
                            <a:schemeClr val="lt1"/>
                          </a:solidFill>
                        </a:rPr>
                        <a:t>Local Meteorology, Large Scale Meteorological Patterns, Land Surface Properties and Socio-Economic</a:t>
                      </a:r>
                      <a:endParaRPr sz="800">
                        <a:solidFill>
                          <a:schemeClr val="lt1"/>
                        </a:solidFill>
                      </a:endParaRPr>
                    </a:p>
                  </a:txBody>
                  <a:tcPr marL="91425" marR="91425" marT="91425" marB="91425">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 sz="800">
                          <a:solidFill>
                            <a:schemeClr val="lt1"/>
                          </a:solidFill>
                        </a:rPr>
                        <a:t>Size of Burnt Area</a:t>
                      </a:r>
                      <a:endParaRPr sz="800">
                        <a:solidFill>
                          <a:schemeClr val="lt1"/>
                        </a:solidFill>
                      </a:endParaRPr>
                    </a:p>
                  </a:txBody>
                  <a:tcPr marL="91425" marR="91425" marT="91425" marB="91425">
                    <a:lnL w="9525" cap="flat" cmpd="sng">
                      <a:solidFill>
                        <a:schemeClr val="accent2"/>
                      </a:solidFill>
                      <a:prstDash val="solid"/>
                      <a:round/>
                      <a:headEnd type="none" w="sm" len="sm"/>
                      <a:tailEnd type="none" w="sm" len="sm"/>
                    </a:lnL>
                    <a:lnR w="6350"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655500">
                <a:tc>
                  <a:txBody>
                    <a:bodyPr/>
                    <a:lstStyle/>
                    <a:p>
                      <a:pPr marL="0" lvl="0" indent="0" algn="l" rtl="0">
                        <a:spcBef>
                          <a:spcPts val="0"/>
                        </a:spcBef>
                        <a:spcAft>
                          <a:spcPts val="0"/>
                        </a:spcAft>
                        <a:buNone/>
                      </a:pPr>
                      <a:r>
                        <a:rPr lang="en" sz="800">
                          <a:solidFill>
                            <a:schemeClr val="lt1"/>
                          </a:solidFill>
                        </a:rPr>
                        <a:t>Wildfire Prediction Through Live Fuel Moisture Content Maps (Civil and Environmental Engineering, Stanford University)</a:t>
                      </a:r>
                      <a:endParaRPr sz="800">
                        <a:solidFill>
                          <a:schemeClr val="lt1"/>
                        </a:solidFill>
                      </a:endParaRPr>
                    </a:p>
                  </a:txBody>
                  <a:tcPr marL="91425" marR="91425" marT="91425" marB="91425">
                    <a:lnL w="6350"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 sz="800">
                          <a:solidFill>
                            <a:schemeClr val="lt1"/>
                          </a:solidFill>
                        </a:rPr>
                        <a:t>Civil and Environmental Engineering, Stanford University</a:t>
                      </a:r>
                      <a:endParaRPr sz="800">
                        <a:solidFill>
                          <a:schemeClr val="lt1"/>
                        </a:solidFill>
                      </a:endParaRPr>
                    </a:p>
                  </a:txBody>
                  <a:tcPr marL="91425" marR="91425" marT="91425" marB="91425">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 sz="800">
                          <a:solidFill>
                            <a:schemeClr val="lt1"/>
                          </a:solidFill>
                        </a:rPr>
                        <a:t>SVM - 65.86%,</a:t>
                      </a:r>
                      <a:endParaRPr sz="800">
                        <a:solidFill>
                          <a:schemeClr val="lt1"/>
                        </a:solidFill>
                      </a:endParaRPr>
                    </a:p>
                    <a:p>
                      <a:pPr marL="0" lvl="0" indent="0" algn="l" rtl="0">
                        <a:spcBef>
                          <a:spcPts val="0"/>
                        </a:spcBef>
                        <a:spcAft>
                          <a:spcPts val="0"/>
                        </a:spcAft>
                        <a:buNone/>
                      </a:pPr>
                      <a:r>
                        <a:rPr lang="en" sz="800">
                          <a:solidFill>
                            <a:schemeClr val="lt1"/>
                          </a:solidFill>
                        </a:rPr>
                        <a:t>Random Forest - 71.95%, </a:t>
                      </a:r>
                      <a:endParaRPr sz="800">
                        <a:solidFill>
                          <a:schemeClr val="lt1"/>
                        </a:solidFill>
                      </a:endParaRPr>
                    </a:p>
                    <a:p>
                      <a:pPr marL="0" lvl="0" indent="0" algn="l" rtl="0">
                        <a:spcBef>
                          <a:spcPts val="0"/>
                        </a:spcBef>
                        <a:spcAft>
                          <a:spcPts val="0"/>
                        </a:spcAft>
                        <a:buNone/>
                      </a:pPr>
                      <a:r>
                        <a:rPr lang="en" sz="800">
                          <a:solidFill>
                            <a:schemeClr val="lt1"/>
                          </a:solidFill>
                        </a:rPr>
                        <a:t>CNN - 52.46%</a:t>
                      </a:r>
                      <a:endParaRPr sz="800">
                        <a:solidFill>
                          <a:schemeClr val="lt1"/>
                        </a:solidFill>
                      </a:endParaRPr>
                    </a:p>
                  </a:txBody>
                  <a:tcPr marL="91425" marR="91425" marT="91425" marB="91425">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 sz="800">
                          <a:solidFill>
                            <a:schemeClr val="lt1"/>
                          </a:solidFill>
                        </a:rPr>
                        <a:t>Live Fuel Moisture Content (LFMC) Maps</a:t>
                      </a:r>
                      <a:endParaRPr sz="800">
                        <a:solidFill>
                          <a:schemeClr val="lt1"/>
                        </a:solidFill>
                      </a:endParaRPr>
                    </a:p>
                  </a:txBody>
                  <a:tcPr marL="91425" marR="91425" marT="91425" marB="91425">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 sz="800">
                          <a:solidFill>
                            <a:schemeClr val="lt1"/>
                          </a:solidFill>
                        </a:rPr>
                        <a:t>Fire / No Fire</a:t>
                      </a:r>
                      <a:endParaRPr sz="800">
                        <a:solidFill>
                          <a:schemeClr val="lt1"/>
                        </a:solidFill>
                      </a:endParaRPr>
                    </a:p>
                  </a:txBody>
                  <a:tcPr marL="91425" marR="91425" marT="91425" marB="91425">
                    <a:lnL w="9525" cap="flat" cmpd="sng">
                      <a:solidFill>
                        <a:schemeClr val="accent2"/>
                      </a:solidFill>
                      <a:prstDash val="solid"/>
                      <a:round/>
                      <a:headEnd type="none" w="sm" len="sm"/>
                      <a:tailEnd type="none" w="sm" len="sm"/>
                    </a:lnL>
                    <a:lnR w="6350" cap="flat" cmpd="sng">
                      <a:solidFill>
                        <a:schemeClr val="accent2"/>
                      </a:solidFill>
                      <a:prstDash val="solid"/>
                      <a:round/>
                      <a:headEnd type="none" w="sm" len="sm"/>
                      <a:tailEnd type="none" w="sm" len="sm"/>
                    </a:lnR>
                    <a:lnT w="6350" cap="flat" cmpd="sng">
                      <a:solidFill>
                        <a:schemeClr val="accent2"/>
                      </a:solidFill>
                      <a:prstDash val="solid"/>
                      <a:round/>
                      <a:headEnd type="none" w="sm" len="sm"/>
                      <a:tailEnd type="none" w="sm" len="sm"/>
                    </a:lnT>
                    <a:lnB w="6350" cap="flat" cmpd="sng">
                      <a:solidFill>
                        <a:schemeClr val="accent2"/>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
        <p:nvSpPr>
          <p:cNvPr id="317" name="Google Shape;317;p71"/>
          <p:cNvSpPr txBox="1"/>
          <p:nvPr/>
        </p:nvSpPr>
        <p:spPr>
          <a:xfrm>
            <a:off x="30525" y="3581775"/>
            <a:ext cx="7366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FAAE4F"/>
                </a:solidFill>
              </a:rPr>
              <a:t>Reference: Ritter, J., Young, M., &amp; Krishnan, P. (2022, August 4). </a:t>
            </a:r>
            <a:r>
              <a:rPr lang="en" sz="700" i="1">
                <a:solidFill>
                  <a:srgbClr val="FAAE4F"/>
                </a:solidFill>
              </a:rPr>
              <a:t>California wildfires prediction</a:t>
            </a:r>
            <a:r>
              <a:rPr lang="en" sz="700">
                <a:solidFill>
                  <a:srgbClr val="FAAE4F"/>
                </a:solidFill>
              </a:rPr>
              <a:t> [Final presentation]. W207 Final Project. [https://corneliailin.github.io/datasci_w207_spring2025/summer2022_projects/Prakash_Krishnan_Final_Presentation_CA_Wildfires_Aug_4_2022.pdf]</a:t>
            </a:r>
            <a:endParaRPr sz="1200">
              <a:solidFill>
                <a:srgbClr val="FAAE4F"/>
              </a:solidFill>
              <a:latin typeface="Abel"/>
              <a:ea typeface="Abel"/>
              <a:cs typeface="Abel"/>
              <a:sym typeface="Abe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72"/>
          <p:cNvSpPr txBox="1">
            <a:spLocks noGrp="1"/>
          </p:cNvSpPr>
          <p:nvPr>
            <p:ph type="title"/>
          </p:nvPr>
        </p:nvSpPr>
        <p:spPr>
          <a:xfrm>
            <a:off x="311700" y="168650"/>
            <a:ext cx="8520600" cy="558600"/>
          </a:xfrm>
          <a:prstGeom prst="rect">
            <a:avLst/>
          </a:prstGeom>
        </p:spPr>
        <p:txBody>
          <a:bodyPr spcFirstLastPara="1" wrap="square" lIns="91425" tIns="91425" rIns="91425" bIns="91425" anchor="b" anchorCtr="0">
            <a:noAutofit/>
          </a:bodyPr>
          <a:lstStyle/>
          <a:p>
            <a:pPr marL="2743200" lvl="0" indent="457200" algn="l" rtl="0">
              <a:spcBef>
                <a:spcPts val="0"/>
              </a:spcBef>
              <a:spcAft>
                <a:spcPts val="0"/>
              </a:spcAft>
              <a:buNone/>
            </a:pPr>
            <a:r>
              <a:rPr lang="en" sz="2800"/>
              <a:t>APPROACH </a:t>
            </a:r>
            <a:endParaRPr sz="2800"/>
          </a:p>
        </p:txBody>
      </p:sp>
      <p:sp>
        <p:nvSpPr>
          <p:cNvPr id="323" name="Google Shape;323;p72"/>
          <p:cNvSpPr/>
          <p:nvPr/>
        </p:nvSpPr>
        <p:spPr>
          <a:xfrm rot="-5406262">
            <a:off x="2076042" y="3828372"/>
            <a:ext cx="164700" cy="329100"/>
          </a:xfrm>
          <a:prstGeom prst="downArrow">
            <a:avLst>
              <a:gd name="adj1" fmla="val 50000"/>
              <a:gd name="adj2" fmla="val 50000"/>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324" name="Google Shape;324;p72"/>
          <p:cNvSpPr/>
          <p:nvPr/>
        </p:nvSpPr>
        <p:spPr>
          <a:xfrm>
            <a:off x="621792" y="816575"/>
            <a:ext cx="1145100" cy="713400"/>
          </a:xfrm>
          <a:prstGeom prst="roundRect">
            <a:avLst>
              <a:gd name="adj" fmla="val 16667"/>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Abel"/>
                <a:ea typeface="Abel"/>
                <a:cs typeface="Abel"/>
                <a:sym typeface="Abel"/>
              </a:rPr>
              <a:t>Develop Research</a:t>
            </a:r>
            <a:endParaRPr>
              <a:latin typeface="Abel"/>
              <a:ea typeface="Abel"/>
              <a:cs typeface="Abel"/>
              <a:sym typeface="Abel"/>
            </a:endParaRPr>
          </a:p>
          <a:p>
            <a:pPr marL="0" lvl="0" indent="0" algn="ctr" rtl="0">
              <a:spcBef>
                <a:spcPts val="0"/>
              </a:spcBef>
              <a:spcAft>
                <a:spcPts val="0"/>
              </a:spcAft>
              <a:buNone/>
            </a:pPr>
            <a:r>
              <a:rPr lang="en">
                <a:latin typeface="Abel"/>
                <a:ea typeface="Abel"/>
                <a:cs typeface="Abel"/>
                <a:sym typeface="Abel"/>
              </a:rPr>
              <a:t>Question </a:t>
            </a:r>
            <a:endParaRPr>
              <a:latin typeface="Abel"/>
              <a:ea typeface="Abel"/>
              <a:cs typeface="Abel"/>
              <a:sym typeface="Abel"/>
            </a:endParaRPr>
          </a:p>
        </p:txBody>
      </p:sp>
      <p:sp>
        <p:nvSpPr>
          <p:cNvPr id="325" name="Google Shape;325;p72"/>
          <p:cNvSpPr/>
          <p:nvPr/>
        </p:nvSpPr>
        <p:spPr>
          <a:xfrm>
            <a:off x="6684264" y="2234184"/>
            <a:ext cx="1143000" cy="713100"/>
          </a:xfrm>
          <a:prstGeom prst="roundRect">
            <a:avLst>
              <a:gd name="adj" fmla="val 16667"/>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Abel"/>
                <a:ea typeface="Abel"/>
                <a:cs typeface="Abel"/>
                <a:sym typeface="Abel"/>
              </a:rPr>
              <a:t>Build Baseline</a:t>
            </a:r>
            <a:endParaRPr>
              <a:latin typeface="Abel"/>
              <a:ea typeface="Abel"/>
              <a:cs typeface="Abel"/>
              <a:sym typeface="Abel"/>
            </a:endParaRPr>
          </a:p>
        </p:txBody>
      </p:sp>
      <p:sp>
        <p:nvSpPr>
          <p:cNvPr id="326" name="Google Shape;326;p72"/>
          <p:cNvSpPr/>
          <p:nvPr/>
        </p:nvSpPr>
        <p:spPr>
          <a:xfrm>
            <a:off x="6681216" y="813825"/>
            <a:ext cx="1143000" cy="713100"/>
          </a:xfrm>
          <a:prstGeom prst="roundRect">
            <a:avLst>
              <a:gd name="adj" fmla="val 16667"/>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Abel"/>
                <a:ea typeface="Abel"/>
                <a:cs typeface="Abel"/>
                <a:sym typeface="Abel"/>
              </a:rPr>
              <a:t>Model Selection</a:t>
            </a:r>
            <a:endParaRPr sz="1200">
              <a:latin typeface="Abel"/>
              <a:ea typeface="Abel"/>
              <a:cs typeface="Abel"/>
              <a:sym typeface="Abel"/>
            </a:endParaRPr>
          </a:p>
        </p:txBody>
      </p:sp>
      <p:sp>
        <p:nvSpPr>
          <p:cNvPr id="327" name="Google Shape;327;p72"/>
          <p:cNvSpPr/>
          <p:nvPr/>
        </p:nvSpPr>
        <p:spPr>
          <a:xfrm>
            <a:off x="4654296" y="813816"/>
            <a:ext cx="1143000" cy="713100"/>
          </a:xfrm>
          <a:prstGeom prst="roundRect">
            <a:avLst>
              <a:gd name="adj" fmla="val 16667"/>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Abel"/>
                <a:ea typeface="Abel"/>
                <a:cs typeface="Abel"/>
                <a:sym typeface="Abel"/>
              </a:rPr>
              <a:t>EDA</a:t>
            </a:r>
            <a:endParaRPr sz="1200">
              <a:latin typeface="Abel"/>
              <a:ea typeface="Abel"/>
              <a:cs typeface="Abel"/>
              <a:sym typeface="Abel"/>
            </a:endParaRPr>
          </a:p>
          <a:p>
            <a:pPr marL="0" lvl="0" indent="0" algn="ctr" rtl="0">
              <a:spcBef>
                <a:spcPts val="0"/>
              </a:spcBef>
              <a:spcAft>
                <a:spcPts val="0"/>
              </a:spcAft>
              <a:buNone/>
            </a:pPr>
            <a:r>
              <a:rPr lang="en" sz="1200">
                <a:latin typeface="Abel"/>
                <a:ea typeface="Abel"/>
                <a:cs typeface="Abel"/>
                <a:sym typeface="Abel"/>
              </a:rPr>
              <a:t>Pre-processing</a:t>
            </a:r>
            <a:endParaRPr sz="1200">
              <a:latin typeface="Abel"/>
              <a:ea typeface="Abel"/>
              <a:cs typeface="Abel"/>
              <a:sym typeface="Abel"/>
            </a:endParaRPr>
          </a:p>
        </p:txBody>
      </p:sp>
      <p:sp>
        <p:nvSpPr>
          <p:cNvPr id="328" name="Google Shape;328;p72"/>
          <p:cNvSpPr/>
          <p:nvPr/>
        </p:nvSpPr>
        <p:spPr>
          <a:xfrm rot="-5400000">
            <a:off x="4198000" y="1002648"/>
            <a:ext cx="164700" cy="329100"/>
          </a:xfrm>
          <a:prstGeom prst="downArrow">
            <a:avLst>
              <a:gd name="adj1" fmla="val 50000"/>
              <a:gd name="adj2" fmla="val 50000"/>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329" name="Google Shape;329;p72"/>
          <p:cNvSpPr/>
          <p:nvPr/>
        </p:nvSpPr>
        <p:spPr>
          <a:xfrm>
            <a:off x="2643793" y="813825"/>
            <a:ext cx="1143000" cy="713100"/>
          </a:xfrm>
          <a:prstGeom prst="roundRect">
            <a:avLst>
              <a:gd name="adj" fmla="val 16667"/>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Abel"/>
                <a:ea typeface="Abel"/>
                <a:cs typeface="Abel"/>
                <a:sym typeface="Abel"/>
              </a:rPr>
              <a:t>Data</a:t>
            </a:r>
            <a:endParaRPr>
              <a:latin typeface="Abel"/>
              <a:ea typeface="Abel"/>
              <a:cs typeface="Abel"/>
              <a:sym typeface="Abel"/>
            </a:endParaRPr>
          </a:p>
          <a:p>
            <a:pPr marL="0" lvl="0" indent="0" algn="ctr" rtl="0">
              <a:spcBef>
                <a:spcPts val="0"/>
              </a:spcBef>
              <a:spcAft>
                <a:spcPts val="0"/>
              </a:spcAft>
              <a:buNone/>
            </a:pPr>
            <a:r>
              <a:rPr lang="en">
                <a:latin typeface="Abel"/>
                <a:ea typeface="Abel"/>
                <a:cs typeface="Abel"/>
                <a:sym typeface="Abel"/>
              </a:rPr>
              <a:t>Selection</a:t>
            </a:r>
            <a:endParaRPr>
              <a:latin typeface="Abel"/>
              <a:ea typeface="Abel"/>
              <a:cs typeface="Abel"/>
              <a:sym typeface="Abel"/>
            </a:endParaRPr>
          </a:p>
        </p:txBody>
      </p:sp>
      <p:sp>
        <p:nvSpPr>
          <p:cNvPr id="330" name="Google Shape;330;p72"/>
          <p:cNvSpPr/>
          <p:nvPr/>
        </p:nvSpPr>
        <p:spPr>
          <a:xfrm rot="-5400000">
            <a:off x="6226968" y="1002648"/>
            <a:ext cx="164700" cy="329100"/>
          </a:xfrm>
          <a:prstGeom prst="downArrow">
            <a:avLst>
              <a:gd name="adj1" fmla="val 50000"/>
              <a:gd name="adj2" fmla="val 50000"/>
            </a:avLst>
          </a:prstGeom>
          <a:solidFill>
            <a:srgbClr val="D8DE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331" name="Google Shape;331;p72"/>
          <p:cNvSpPr/>
          <p:nvPr/>
        </p:nvSpPr>
        <p:spPr>
          <a:xfrm>
            <a:off x="621796" y="2234184"/>
            <a:ext cx="1143000" cy="713100"/>
          </a:xfrm>
          <a:prstGeom prst="roundRect">
            <a:avLst>
              <a:gd name="adj" fmla="val 16667"/>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chemeClr val="dk1"/>
              </a:solidFill>
              <a:latin typeface="Abel"/>
              <a:ea typeface="Abel"/>
              <a:cs typeface="Abel"/>
              <a:sym typeface="Abel"/>
            </a:endParaRPr>
          </a:p>
          <a:p>
            <a:pPr marL="0" lvl="0" indent="0" algn="ctr" rtl="0">
              <a:spcBef>
                <a:spcPts val="0"/>
              </a:spcBef>
              <a:spcAft>
                <a:spcPts val="0"/>
              </a:spcAft>
              <a:buNone/>
            </a:pPr>
            <a:r>
              <a:rPr lang="en">
                <a:solidFill>
                  <a:schemeClr val="dk1"/>
                </a:solidFill>
                <a:latin typeface="Abel"/>
                <a:ea typeface="Abel"/>
                <a:cs typeface="Abel"/>
                <a:sym typeface="Abel"/>
              </a:rPr>
              <a:t>EDA</a:t>
            </a:r>
            <a:endParaRPr>
              <a:solidFill>
                <a:schemeClr val="dk1"/>
              </a:solidFill>
              <a:latin typeface="Abel"/>
              <a:ea typeface="Abel"/>
              <a:cs typeface="Abel"/>
              <a:sym typeface="Abel"/>
            </a:endParaRPr>
          </a:p>
          <a:p>
            <a:pPr marL="0" lvl="0" indent="0" algn="ctr" rtl="0">
              <a:spcBef>
                <a:spcPts val="0"/>
              </a:spcBef>
              <a:spcAft>
                <a:spcPts val="0"/>
              </a:spcAft>
              <a:buClr>
                <a:schemeClr val="dk1"/>
              </a:buClr>
              <a:buSzPts val="1100"/>
              <a:buFont typeface="Arial"/>
              <a:buNone/>
            </a:pPr>
            <a:endParaRPr>
              <a:latin typeface="Abel"/>
              <a:ea typeface="Abel"/>
              <a:cs typeface="Abel"/>
              <a:sym typeface="Abel"/>
            </a:endParaRPr>
          </a:p>
        </p:txBody>
      </p:sp>
      <p:sp>
        <p:nvSpPr>
          <p:cNvPr id="332" name="Google Shape;332;p72"/>
          <p:cNvSpPr/>
          <p:nvPr/>
        </p:nvSpPr>
        <p:spPr>
          <a:xfrm rot="5400000">
            <a:off x="4120800" y="2368392"/>
            <a:ext cx="164700" cy="329100"/>
          </a:xfrm>
          <a:prstGeom prst="downArrow">
            <a:avLst>
              <a:gd name="adj1" fmla="val 50000"/>
              <a:gd name="adj2" fmla="val 50000"/>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333" name="Google Shape;333;p72"/>
          <p:cNvSpPr/>
          <p:nvPr/>
        </p:nvSpPr>
        <p:spPr>
          <a:xfrm>
            <a:off x="2642616" y="2234184"/>
            <a:ext cx="1143000" cy="713100"/>
          </a:xfrm>
          <a:prstGeom prst="roundRect">
            <a:avLst>
              <a:gd name="adj" fmla="val 16667"/>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Abel"/>
                <a:ea typeface="Abel"/>
                <a:cs typeface="Abel"/>
                <a:sym typeface="Abel"/>
              </a:rPr>
              <a:t>Data Merges</a:t>
            </a:r>
            <a:endParaRPr>
              <a:latin typeface="Abel"/>
              <a:ea typeface="Abel"/>
              <a:cs typeface="Abel"/>
              <a:sym typeface="Abel"/>
            </a:endParaRPr>
          </a:p>
        </p:txBody>
      </p:sp>
      <p:sp>
        <p:nvSpPr>
          <p:cNvPr id="334" name="Google Shape;334;p72"/>
          <p:cNvSpPr/>
          <p:nvPr/>
        </p:nvSpPr>
        <p:spPr>
          <a:xfrm>
            <a:off x="4657344" y="2234184"/>
            <a:ext cx="1143000" cy="713100"/>
          </a:xfrm>
          <a:prstGeom prst="roundRect">
            <a:avLst>
              <a:gd name="adj" fmla="val 16667"/>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Abel"/>
                <a:ea typeface="Abel"/>
                <a:cs typeface="Abel"/>
                <a:sym typeface="Abel"/>
              </a:rPr>
              <a:t>Location</a:t>
            </a:r>
            <a:endParaRPr sz="1100">
              <a:solidFill>
                <a:schemeClr val="dk1"/>
              </a:solidFill>
              <a:latin typeface="Abel"/>
              <a:ea typeface="Abel"/>
              <a:cs typeface="Abel"/>
              <a:sym typeface="Abel"/>
            </a:endParaRPr>
          </a:p>
          <a:p>
            <a:pPr marL="0" lvl="0" indent="0" algn="ctr" rtl="0">
              <a:spcBef>
                <a:spcPts val="0"/>
              </a:spcBef>
              <a:spcAft>
                <a:spcPts val="0"/>
              </a:spcAft>
              <a:buNone/>
            </a:pPr>
            <a:r>
              <a:rPr lang="en" sz="1100">
                <a:solidFill>
                  <a:schemeClr val="dk1"/>
                </a:solidFill>
                <a:latin typeface="Abel"/>
                <a:ea typeface="Abel"/>
                <a:cs typeface="Abel"/>
                <a:sym typeface="Abel"/>
              </a:rPr>
              <a:t>Data</a:t>
            </a:r>
            <a:endParaRPr sz="1100">
              <a:solidFill>
                <a:schemeClr val="dk1"/>
              </a:solidFill>
              <a:latin typeface="Abel"/>
              <a:ea typeface="Abel"/>
              <a:cs typeface="Abel"/>
              <a:sym typeface="Abel"/>
            </a:endParaRPr>
          </a:p>
          <a:p>
            <a:pPr marL="0" lvl="0" indent="0" algn="ctr" rtl="0">
              <a:spcBef>
                <a:spcPts val="0"/>
              </a:spcBef>
              <a:spcAft>
                <a:spcPts val="0"/>
              </a:spcAft>
              <a:buClr>
                <a:schemeClr val="dk1"/>
              </a:buClr>
              <a:buSzPts val="1100"/>
              <a:buFont typeface="Arial"/>
              <a:buNone/>
            </a:pPr>
            <a:r>
              <a:rPr lang="en" sz="1100">
                <a:solidFill>
                  <a:schemeClr val="dk1"/>
                </a:solidFill>
                <a:latin typeface="Abel"/>
                <a:ea typeface="Abel"/>
                <a:cs typeface="Abel"/>
                <a:sym typeface="Abel"/>
              </a:rPr>
              <a:t>Selection</a:t>
            </a:r>
            <a:endParaRPr sz="1100">
              <a:solidFill>
                <a:schemeClr val="dk1"/>
              </a:solidFill>
              <a:latin typeface="Abel"/>
              <a:ea typeface="Abel"/>
              <a:cs typeface="Abel"/>
              <a:sym typeface="Abel"/>
            </a:endParaRPr>
          </a:p>
        </p:txBody>
      </p:sp>
      <p:sp>
        <p:nvSpPr>
          <p:cNvPr id="335" name="Google Shape;335;p72"/>
          <p:cNvSpPr/>
          <p:nvPr/>
        </p:nvSpPr>
        <p:spPr>
          <a:xfrm rot="5400000">
            <a:off x="6222410" y="2368392"/>
            <a:ext cx="164700" cy="329100"/>
          </a:xfrm>
          <a:prstGeom prst="downArrow">
            <a:avLst>
              <a:gd name="adj1" fmla="val 50000"/>
              <a:gd name="adj2" fmla="val 50000"/>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336" name="Google Shape;336;p72"/>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Abel"/>
                <a:ea typeface="Abel"/>
                <a:cs typeface="Abel"/>
                <a:sym typeface="Abel"/>
              </a:rPr>
              <a:t>Build Baseline</a:t>
            </a:r>
            <a:endParaRPr/>
          </a:p>
        </p:txBody>
      </p:sp>
      <p:sp>
        <p:nvSpPr>
          <p:cNvPr id="337" name="Google Shape;337;p72"/>
          <p:cNvSpPr/>
          <p:nvPr/>
        </p:nvSpPr>
        <p:spPr>
          <a:xfrm rot="5400000">
            <a:off x="2075592" y="2368392"/>
            <a:ext cx="164700" cy="329100"/>
          </a:xfrm>
          <a:prstGeom prst="downArrow">
            <a:avLst>
              <a:gd name="adj1" fmla="val 50000"/>
              <a:gd name="adj2" fmla="val 50000"/>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338" name="Google Shape;338;p72"/>
          <p:cNvSpPr/>
          <p:nvPr/>
        </p:nvSpPr>
        <p:spPr>
          <a:xfrm>
            <a:off x="621792" y="3642360"/>
            <a:ext cx="1143000" cy="713100"/>
          </a:xfrm>
          <a:prstGeom prst="roundRect">
            <a:avLst>
              <a:gd name="adj" fmla="val 16667"/>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200">
                <a:solidFill>
                  <a:schemeClr val="dk1"/>
                </a:solidFill>
                <a:latin typeface="Abel"/>
                <a:ea typeface="Abel"/>
                <a:cs typeface="Abel"/>
                <a:sym typeface="Abel"/>
              </a:rPr>
              <a:t>Pre-processing(inc. Temporal Split)</a:t>
            </a:r>
            <a:endParaRPr sz="1200">
              <a:latin typeface="Abel"/>
              <a:ea typeface="Abel"/>
              <a:cs typeface="Abel"/>
              <a:sym typeface="Abel"/>
            </a:endParaRPr>
          </a:p>
        </p:txBody>
      </p:sp>
      <p:sp>
        <p:nvSpPr>
          <p:cNvPr id="339" name="Google Shape;339;p72"/>
          <p:cNvSpPr/>
          <p:nvPr/>
        </p:nvSpPr>
        <p:spPr>
          <a:xfrm>
            <a:off x="2642616" y="3639312"/>
            <a:ext cx="1143000" cy="713100"/>
          </a:xfrm>
          <a:prstGeom prst="roundRect">
            <a:avLst>
              <a:gd name="adj" fmla="val 16667"/>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Abel"/>
              <a:ea typeface="Abel"/>
              <a:cs typeface="Abel"/>
              <a:sym typeface="Abel"/>
            </a:endParaRPr>
          </a:p>
          <a:p>
            <a:pPr marL="0" lvl="0" indent="0" algn="ctr" rtl="0">
              <a:spcBef>
                <a:spcPts val="0"/>
              </a:spcBef>
              <a:spcAft>
                <a:spcPts val="0"/>
              </a:spcAft>
              <a:buNone/>
            </a:pPr>
            <a:r>
              <a:rPr lang="en">
                <a:solidFill>
                  <a:schemeClr val="dk1"/>
                </a:solidFill>
                <a:latin typeface="Abel"/>
                <a:ea typeface="Abel"/>
                <a:cs typeface="Abel"/>
                <a:sym typeface="Abel"/>
              </a:rPr>
              <a:t>Feature </a:t>
            </a:r>
            <a:endParaRPr>
              <a:solidFill>
                <a:schemeClr val="dk1"/>
              </a:solidFill>
              <a:latin typeface="Abel"/>
              <a:ea typeface="Abel"/>
              <a:cs typeface="Abel"/>
              <a:sym typeface="Abel"/>
            </a:endParaRPr>
          </a:p>
          <a:p>
            <a:pPr marL="0" lvl="0" indent="0" algn="ctr" rtl="0">
              <a:spcBef>
                <a:spcPts val="0"/>
              </a:spcBef>
              <a:spcAft>
                <a:spcPts val="0"/>
              </a:spcAft>
              <a:buClr>
                <a:schemeClr val="dk1"/>
              </a:buClr>
              <a:buSzPts val="1100"/>
              <a:buFont typeface="Arial"/>
              <a:buNone/>
            </a:pPr>
            <a:r>
              <a:rPr lang="en">
                <a:solidFill>
                  <a:schemeClr val="dk1"/>
                </a:solidFill>
                <a:latin typeface="Abel"/>
                <a:ea typeface="Abel"/>
                <a:cs typeface="Abel"/>
                <a:sym typeface="Abel"/>
              </a:rPr>
              <a:t>Engineering</a:t>
            </a:r>
            <a:endParaRPr>
              <a:solidFill>
                <a:schemeClr val="dk1"/>
              </a:solidFill>
              <a:latin typeface="Abel"/>
              <a:ea typeface="Abel"/>
              <a:cs typeface="Abel"/>
              <a:sym typeface="Abel"/>
            </a:endParaRPr>
          </a:p>
          <a:p>
            <a:pPr marL="0" lvl="0" indent="0" algn="ctr" rtl="0">
              <a:spcBef>
                <a:spcPts val="0"/>
              </a:spcBef>
              <a:spcAft>
                <a:spcPts val="0"/>
              </a:spcAft>
              <a:buClr>
                <a:schemeClr val="dk1"/>
              </a:buClr>
              <a:buSzPts val="1100"/>
              <a:buFont typeface="Arial"/>
              <a:buNone/>
            </a:pPr>
            <a:endParaRPr>
              <a:latin typeface="Abel"/>
              <a:ea typeface="Abel"/>
              <a:cs typeface="Abel"/>
              <a:sym typeface="Abel"/>
            </a:endParaRPr>
          </a:p>
        </p:txBody>
      </p:sp>
      <p:sp>
        <p:nvSpPr>
          <p:cNvPr id="340" name="Google Shape;340;p72"/>
          <p:cNvSpPr/>
          <p:nvPr/>
        </p:nvSpPr>
        <p:spPr>
          <a:xfrm>
            <a:off x="4657344" y="3639312"/>
            <a:ext cx="1143000" cy="713100"/>
          </a:xfrm>
          <a:prstGeom prst="roundRect">
            <a:avLst>
              <a:gd name="adj" fmla="val 16667"/>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Abel"/>
                <a:ea typeface="Abel"/>
                <a:cs typeface="Abel"/>
                <a:sym typeface="Abel"/>
              </a:rPr>
              <a:t>Experimentation</a:t>
            </a:r>
            <a:endParaRPr sz="1100">
              <a:solidFill>
                <a:schemeClr val="dk1"/>
              </a:solidFill>
              <a:latin typeface="Abel"/>
              <a:ea typeface="Abel"/>
              <a:cs typeface="Abel"/>
              <a:sym typeface="Abel"/>
            </a:endParaRPr>
          </a:p>
          <a:p>
            <a:pPr marL="0" lvl="0" indent="0" algn="ctr" rtl="0">
              <a:spcBef>
                <a:spcPts val="0"/>
              </a:spcBef>
              <a:spcAft>
                <a:spcPts val="0"/>
              </a:spcAft>
              <a:buClr>
                <a:schemeClr val="dk1"/>
              </a:buClr>
              <a:buSzPts val="1100"/>
              <a:buFont typeface="Arial"/>
              <a:buNone/>
            </a:pPr>
            <a:r>
              <a:rPr lang="en" sz="1100">
                <a:solidFill>
                  <a:schemeClr val="dk1"/>
                </a:solidFill>
                <a:latin typeface="Abel"/>
                <a:ea typeface="Abel"/>
                <a:cs typeface="Abel"/>
                <a:sym typeface="Abel"/>
              </a:rPr>
              <a:t>&amp; Measurement</a:t>
            </a:r>
            <a:endParaRPr>
              <a:latin typeface="Abel"/>
              <a:ea typeface="Abel"/>
              <a:cs typeface="Abel"/>
              <a:sym typeface="Abel"/>
            </a:endParaRPr>
          </a:p>
        </p:txBody>
      </p:sp>
      <p:sp>
        <p:nvSpPr>
          <p:cNvPr id="341" name="Google Shape;341;p72"/>
          <p:cNvSpPr/>
          <p:nvPr/>
        </p:nvSpPr>
        <p:spPr>
          <a:xfrm>
            <a:off x="6684264" y="3639312"/>
            <a:ext cx="1143000" cy="713100"/>
          </a:xfrm>
          <a:prstGeom prst="roundRect">
            <a:avLst>
              <a:gd name="adj" fmla="val 16667"/>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Abel"/>
                <a:ea typeface="Abel"/>
                <a:cs typeface="Abel"/>
                <a:sym typeface="Abel"/>
              </a:rPr>
              <a:t>Conclusion</a:t>
            </a:r>
            <a:endParaRPr>
              <a:latin typeface="Abel"/>
              <a:ea typeface="Abel"/>
              <a:cs typeface="Abel"/>
              <a:sym typeface="Abel"/>
            </a:endParaRPr>
          </a:p>
        </p:txBody>
      </p:sp>
      <p:sp>
        <p:nvSpPr>
          <p:cNvPr id="342" name="Google Shape;342;p72"/>
          <p:cNvSpPr/>
          <p:nvPr/>
        </p:nvSpPr>
        <p:spPr>
          <a:xfrm rot="-5406262">
            <a:off x="6227118" y="3828372"/>
            <a:ext cx="164700" cy="329100"/>
          </a:xfrm>
          <a:prstGeom prst="downArrow">
            <a:avLst>
              <a:gd name="adj1" fmla="val 50000"/>
              <a:gd name="adj2" fmla="val 50000"/>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343" name="Google Shape;343;p72"/>
          <p:cNvSpPr/>
          <p:nvPr/>
        </p:nvSpPr>
        <p:spPr>
          <a:xfrm rot="-5406262">
            <a:off x="4200498" y="3828372"/>
            <a:ext cx="164700" cy="329100"/>
          </a:xfrm>
          <a:prstGeom prst="downArrow">
            <a:avLst>
              <a:gd name="adj1" fmla="val 50000"/>
              <a:gd name="adj2" fmla="val 50000"/>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344" name="Google Shape;344;p72"/>
          <p:cNvSpPr/>
          <p:nvPr/>
        </p:nvSpPr>
        <p:spPr>
          <a:xfrm>
            <a:off x="7149350" y="1789450"/>
            <a:ext cx="237600" cy="301800"/>
          </a:xfrm>
          <a:prstGeom prst="downArrow">
            <a:avLst>
              <a:gd name="adj1" fmla="val 50000"/>
              <a:gd name="adj2" fmla="val 54017"/>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345" name="Google Shape;345;p72"/>
          <p:cNvSpPr/>
          <p:nvPr/>
        </p:nvSpPr>
        <p:spPr>
          <a:xfrm rot="-5400000">
            <a:off x="2075142" y="1000275"/>
            <a:ext cx="164700" cy="328200"/>
          </a:xfrm>
          <a:prstGeom prst="downArrow">
            <a:avLst>
              <a:gd name="adj1" fmla="val 50000"/>
              <a:gd name="adj2" fmla="val 57888"/>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346" name="Google Shape;346;p72"/>
          <p:cNvSpPr/>
          <p:nvPr/>
        </p:nvSpPr>
        <p:spPr>
          <a:xfrm>
            <a:off x="1059200" y="3182013"/>
            <a:ext cx="255900" cy="301800"/>
          </a:xfrm>
          <a:prstGeom prst="downArrow">
            <a:avLst>
              <a:gd name="adj1" fmla="val 50000"/>
              <a:gd name="adj2" fmla="val 54017"/>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347" name="Google Shape;347;p72"/>
          <p:cNvSpPr/>
          <p:nvPr/>
        </p:nvSpPr>
        <p:spPr>
          <a:xfrm>
            <a:off x="2378950" y="1781513"/>
            <a:ext cx="1603200" cy="1603200"/>
          </a:xfrm>
          <a:prstGeom prst="ellipse">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348" name="Google Shape;348;p72"/>
          <p:cNvSpPr/>
          <p:nvPr/>
        </p:nvSpPr>
        <p:spPr>
          <a:xfrm>
            <a:off x="385550" y="3232313"/>
            <a:ext cx="1603200" cy="1603200"/>
          </a:xfrm>
          <a:prstGeom prst="ellipse">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73"/>
          <p:cNvSpPr txBox="1">
            <a:spLocks noGrp="1"/>
          </p:cNvSpPr>
          <p:nvPr>
            <p:ph type="title"/>
          </p:nvPr>
        </p:nvSpPr>
        <p:spPr>
          <a:xfrm>
            <a:off x="311700" y="4905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DATA</a:t>
            </a:r>
            <a:endParaRPr/>
          </a:p>
        </p:txBody>
      </p:sp>
      <p:sp>
        <p:nvSpPr>
          <p:cNvPr id="354" name="Google Shape;354;p73"/>
          <p:cNvSpPr txBox="1"/>
          <p:nvPr/>
        </p:nvSpPr>
        <p:spPr>
          <a:xfrm>
            <a:off x="365275" y="533100"/>
            <a:ext cx="8685000" cy="41070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n" sz="1300" b="1">
                <a:solidFill>
                  <a:schemeClr val="accent4"/>
                </a:solidFill>
                <a:latin typeface="Abel"/>
                <a:ea typeface="Abel"/>
                <a:cs typeface="Abel"/>
                <a:sym typeface="Abel"/>
              </a:rPr>
              <a:t>Original Data</a:t>
            </a:r>
            <a:endParaRPr sz="1300" b="1">
              <a:solidFill>
                <a:schemeClr val="accent4"/>
              </a:solidFill>
              <a:latin typeface="Abel"/>
              <a:ea typeface="Abel"/>
              <a:cs typeface="Abel"/>
              <a:sym typeface="Abel"/>
            </a:endParaRPr>
          </a:p>
          <a:p>
            <a:pPr marL="0" lvl="0" indent="0" algn="l" rtl="0">
              <a:lnSpc>
                <a:spcPct val="80000"/>
              </a:lnSpc>
              <a:spcBef>
                <a:spcPts val="0"/>
              </a:spcBef>
              <a:spcAft>
                <a:spcPts val="0"/>
              </a:spcAft>
              <a:buNone/>
            </a:pPr>
            <a:r>
              <a:rPr lang="en" sz="1200">
                <a:solidFill>
                  <a:schemeClr val="lt1"/>
                </a:solidFill>
                <a:latin typeface="Abel"/>
                <a:ea typeface="Abel"/>
                <a:cs typeface="Abel"/>
                <a:sym typeface="Abel"/>
              </a:rPr>
              <a:t>California Weather &amp; Fire Prediction: </a:t>
            </a:r>
            <a:endParaRPr sz="1200">
              <a:solidFill>
                <a:schemeClr val="lt1"/>
              </a:solidFill>
              <a:latin typeface="Abel"/>
              <a:ea typeface="Abel"/>
              <a:cs typeface="Abel"/>
              <a:sym typeface="Abel"/>
            </a:endParaRPr>
          </a:p>
          <a:p>
            <a:pPr marL="0" lvl="0" indent="0" algn="l" rtl="0">
              <a:lnSpc>
                <a:spcPct val="80000"/>
              </a:lnSpc>
              <a:spcBef>
                <a:spcPts val="0"/>
              </a:spcBef>
              <a:spcAft>
                <a:spcPts val="0"/>
              </a:spcAft>
              <a:buNone/>
            </a:pPr>
            <a:r>
              <a:rPr lang="en" sz="1000" u="sng">
                <a:solidFill>
                  <a:srgbClr val="D5CB84"/>
                </a:solidFill>
                <a:latin typeface="Abel"/>
                <a:ea typeface="Abel"/>
                <a:cs typeface="Abel"/>
                <a:sym typeface="Abel"/>
                <a:hlinkClick r:id="rId3">
                  <a:extLst>
                    <a:ext uri="{A12FA001-AC4F-418D-AE19-62706E023703}">
                      <ahyp:hlinkClr xmlns:ahyp="http://schemas.microsoft.com/office/drawing/2018/hyperlinkcolor" val="tx"/>
                    </a:ext>
                  </a:extLst>
                </a:hlinkClick>
              </a:rPr>
              <a:t>https://zenodo.org/records/14712845</a:t>
            </a:r>
            <a:endParaRPr sz="1000">
              <a:solidFill>
                <a:srgbClr val="D5CB84"/>
              </a:solidFill>
              <a:latin typeface="Abel"/>
              <a:ea typeface="Abel"/>
              <a:cs typeface="Abel"/>
              <a:sym typeface="Abel"/>
            </a:endParaRPr>
          </a:p>
          <a:p>
            <a:pPr marL="0" lvl="0" indent="0" algn="l" rtl="0">
              <a:lnSpc>
                <a:spcPct val="80000"/>
              </a:lnSpc>
              <a:spcBef>
                <a:spcPts val="0"/>
              </a:spcBef>
              <a:spcAft>
                <a:spcPts val="0"/>
              </a:spcAft>
              <a:buNone/>
            </a:pPr>
            <a:endParaRPr sz="1000">
              <a:solidFill>
                <a:schemeClr val="accent4"/>
              </a:solidFill>
              <a:latin typeface="Abel"/>
              <a:ea typeface="Abel"/>
              <a:cs typeface="Abel"/>
              <a:sym typeface="Abel"/>
            </a:endParaRPr>
          </a:p>
          <a:p>
            <a:pPr marL="0" lvl="0" indent="0" algn="l" rtl="0">
              <a:lnSpc>
                <a:spcPct val="80000"/>
              </a:lnSpc>
              <a:spcBef>
                <a:spcPts val="0"/>
              </a:spcBef>
              <a:spcAft>
                <a:spcPts val="0"/>
              </a:spcAft>
              <a:buNone/>
            </a:pPr>
            <a:r>
              <a:rPr lang="en" sz="1200">
                <a:solidFill>
                  <a:schemeClr val="accent4"/>
                </a:solidFill>
                <a:latin typeface="Abel"/>
                <a:ea typeface="Abel"/>
                <a:cs typeface="Abel"/>
                <a:sym typeface="Abel"/>
              </a:rPr>
              <a:t>Size</a:t>
            </a:r>
            <a:r>
              <a:rPr lang="en" sz="1200">
                <a:solidFill>
                  <a:schemeClr val="lt1"/>
                </a:solidFill>
                <a:latin typeface="Abel"/>
                <a:ea typeface="Abel"/>
                <a:cs typeface="Abel"/>
                <a:sym typeface="Abel"/>
              </a:rPr>
              <a:t>: 14,988 rows, 14 columns </a:t>
            </a:r>
            <a:endParaRPr sz="1200">
              <a:solidFill>
                <a:schemeClr val="lt1"/>
              </a:solidFill>
              <a:latin typeface="Abel"/>
              <a:ea typeface="Abel"/>
              <a:cs typeface="Abel"/>
              <a:sym typeface="Abel"/>
            </a:endParaRPr>
          </a:p>
          <a:p>
            <a:pPr marL="0" lvl="0" indent="0" algn="l" rtl="0">
              <a:lnSpc>
                <a:spcPct val="80000"/>
              </a:lnSpc>
              <a:spcBef>
                <a:spcPts val="0"/>
              </a:spcBef>
              <a:spcAft>
                <a:spcPts val="0"/>
              </a:spcAft>
              <a:buNone/>
            </a:pPr>
            <a:r>
              <a:rPr lang="en" sz="1200">
                <a:solidFill>
                  <a:schemeClr val="accent4"/>
                </a:solidFill>
                <a:latin typeface="Abel"/>
                <a:ea typeface="Abel"/>
                <a:cs typeface="Abel"/>
                <a:sym typeface="Abel"/>
              </a:rPr>
              <a:t>Timeframe</a:t>
            </a:r>
            <a:r>
              <a:rPr lang="en" sz="1200">
                <a:solidFill>
                  <a:schemeClr val="lt1"/>
                </a:solidFill>
                <a:latin typeface="Abel"/>
                <a:ea typeface="Abel"/>
                <a:cs typeface="Abel"/>
                <a:sym typeface="Abel"/>
              </a:rPr>
              <a:t>: 01-01-1984 to 01-12-2025</a:t>
            </a:r>
            <a:endParaRPr sz="1200">
              <a:solidFill>
                <a:schemeClr val="lt1"/>
              </a:solidFill>
              <a:latin typeface="Abel"/>
              <a:ea typeface="Abel"/>
              <a:cs typeface="Abel"/>
              <a:sym typeface="Abel"/>
            </a:endParaRPr>
          </a:p>
          <a:p>
            <a:pPr marL="0" lvl="0" indent="0" algn="l" rtl="0">
              <a:lnSpc>
                <a:spcPct val="80000"/>
              </a:lnSpc>
              <a:spcBef>
                <a:spcPts val="0"/>
              </a:spcBef>
              <a:spcAft>
                <a:spcPts val="0"/>
              </a:spcAft>
              <a:buNone/>
            </a:pPr>
            <a:endParaRPr>
              <a:solidFill>
                <a:schemeClr val="accent2"/>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endParaRPr sz="1300" b="1">
              <a:solidFill>
                <a:schemeClr val="accent4"/>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r>
              <a:rPr lang="en" sz="1300" b="1">
                <a:solidFill>
                  <a:schemeClr val="accent4"/>
                </a:solidFill>
                <a:latin typeface="Abel"/>
                <a:ea typeface="Abel"/>
                <a:cs typeface="Abel"/>
                <a:sym typeface="Abel"/>
              </a:rPr>
              <a:t>Geolocated Data</a:t>
            </a:r>
            <a:endParaRPr sz="1300" b="1">
              <a:solidFill>
                <a:schemeClr val="accent4"/>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r>
              <a:rPr lang="en" sz="1300">
                <a:solidFill>
                  <a:schemeClr val="lt1"/>
                </a:solidFill>
                <a:latin typeface="Abel"/>
                <a:ea typeface="Abel"/>
                <a:cs typeface="Abel"/>
                <a:sym typeface="Abel"/>
              </a:rPr>
              <a:t>Cal Historical Fire: All &amp; 2024/2025 </a:t>
            </a:r>
            <a:endParaRPr sz="1300">
              <a:solidFill>
                <a:schemeClr val="lt1"/>
              </a:solidFill>
              <a:highlight>
                <a:srgbClr val="FFD966"/>
              </a:highlight>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r>
              <a:rPr lang="en" sz="1000" u="sng">
                <a:solidFill>
                  <a:srgbClr val="D5CB84"/>
                </a:solidFill>
                <a:latin typeface="Abel"/>
                <a:ea typeface="Abel"/>
                <a:cs typeface="Abel"/>
                <a:sym typeface="Abel"/>
                <a:hlinkClick r:id="rId4">
                  <a:extLst>
                    <a:ext uri="{A12FA001-AC4F-418D-AE19-62706E023703}">
                      <ahyp:hlinkClr xmlns:ahyp="http://schemas.microsoft.com/office/drawing/2018/hyperlinkcolor" val="tx"/>
                    </a:ext>
                  </a:extLst>
                </a:hlinkClick>
              </a:rPr>
              <a:t>https://www.fire.ca.gov/our-impact/statistics</a:t>
            </a:r>
            <a:endParaRPr sz="1000">
              <a:solidFill>
                <a:srgbClr val="FFD966"/>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endParaRPr sz="1300">
              <a:solidFill>
                <a:schemeClr val="lt1"/>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r>
              <a:rPr lang="en" sz="1300">
                <a:solidFill>
                  <a:schemeClr val="lt1"/>
                </a:solidFill>
                <a:latin typeface="Abel"/>
                <a:ea typeface="Abel"/>
                <a:cs typeface="Abel"/>
                <a:sym typeface="Abel"/>
              </a:rPr>
              <a:t>NASA POWER : Localized averaged weather data</a:t>
            </a:r>
            <a:endParaRPr sz="1000" u="sng">
              <a:solidFill>
                <a:srgbClr val="D5CB84"/>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r>
              <a:rPr lang="en" sz="1000" u="sng">
                <a:solidFill>
                  <a:srgbClr val="D5CB84"/>
                </a:solidFill>
                <a:latin typeface="Abel"/>
                <a:ea typeface="Abel"/>
                <a:cs typeface="Abel"/>
                <a:sym typeface="Abel"/>
              </a:rPr>
              <a:t>https://power.larc.nasa.gov/data-access-viewer/</a:t>
            </a:r>
            <a:endParaRPr sz="1000" u="sng">
              <a:solidFill>
                <a:srgbClr val="D5CB84"/>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endParaRPr sz="1300">
              <a:solidFill>
                <a:schemeClr val="lt1"/>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r>
              <a:rPr lang="en" sz="1300">
                <a:solidFill>
                  <a:schemeClr val="lt1"/>
                </a:solidFill>
                <a:latin typeface="Abel"/>
                <a:ea typeface="Abel"/>
                <a:cs typeface="Abel"/>
                <a:sym typeface="Abel"/>
              </a:rPr>
              <a:t>USA Counties Shapefile:</a:t>
            </a:r>
            <a:endParaRPr sz="1300">
              <a:solidFill>
                <a:schemeClr val="lt1"/>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r>
              <a:rPr lang="en" sz="1000" u="sng">
                <a:solidFill>
                  <a:srgbClr val="D5CB84"/>
                </a:solidFill>
                <a:latin typeface="Abel"/>
                <a:ea typeface="Abel"/>
                <a:cs typeface="Abel"/>
                <a:sym typeface="Abel"/>
                <a:hlinkClick r:id="rId5">
                  <a:extLst>
                    <a:ext uri="{A12FA001-AC4F-418D-AE19-62706E023703}">
                      <ahyp:hlinkClr xmlns:ahyp="http://schemas.microsoft.com/office/drawing/2018/hyperlinkcolor" val="tx"/>
                    </a:ext>
                  </a:extLst>
                </a:hlinkClick>
              </a:rPr>
              <a:t>https://www2.census.gov/geo/tiger/TIGER2024/COUNTY/tl_2024_us_county.zip</a:t>
            </a:r>
            <a:endParaRPr sz="1000">
              <a:solidFill>
                <a:schemeClr val="accent4"/>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endParaRPr sz="1300">
              <a:solidFill>
                <a:schemeClr val="lt1"/>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r>
              <a:rPr lang="en" sz="1300">
                <a:solidFill>
                  <a:schemeClr val="lt1"/>
                </a:solidFill>
                <a:latin typeface="Abel"/>
                <a:ea typeface="Abel"/>
                <a:cs typeface="Abel"/>
                <a:sym typeface="Abel"/>
              </a:rPr>
              <a:t>USA CONUS Climate Divisions Shapefile</a:t>
            </a:r>
            <a:endParaRPr sz="1300">
              <a:solidFill>
                <a:schemeClr val="lt1"/>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r>
              <a:rPr lang="en" sz="1000" u="sng">
                <a:solidFill>
                  <a:srgbClr val="D5CB84"/>
                </a:solidFill>
                <a:latin typeface="Abel"/>
                <a:ea typeface="Abel"/>
                <a:cs typeface="Abel"/>
                <a:sym typeface="Abel"/>
                <a:hlinkClick r:id="rId6">
                  <a:extLst>
                    <a:ext uri="{A12FA001-AC4F-418D-AE19-62706E023703}">
                      <ahyp:hlinkClr xmlns:ahyp="http://schemas.microsoft.com/office/drawing/2018/hyperlinkcolor" val="tx"/>
                    </a:ext>
                  </a:extLst>
                </a:hlinkClick>
              </a:rPr>
              <a:t>https://www.ncei.noaa.gov/access/monitoring/reference-maps/conus-climate-divisions</a:t>
            </a:r>
            <a:endParaRPr sz="1000">
              <a:solidFill>
                <a:srgbClr val="F1C232"/>
              </a:solidFill>
              <a:latin typeface="Abel"/>
              <a:ea typeface="Abel"/>
              <a:cs typeface="Abel"/>
              <a:sym typeface="Abel"/>
            </a:endParaRPr>
          </a:p>
          <a:p>
            <a:pPr marL="0" marR="0" lvl="0" indent="0" algn="l" rtl="0">
              <a:lnSpc>
                <a:spcPct val="80000"/>
              </a:lnSpc>
              <a:spcBef>
                <a:spcPts val="0"/>
              </a:spcBef>
              <a:spcAft>
                <a:spcPts val="0"/>
              </a:spcAft>
              <a:buClr>
                <a:schemeClr val="dk1"/>
              </a:buClr>
              <a:buSzPts val="1100"/>
              <a:buFont typeface="Arial"/>
              <a:buNone/>
            </a:pPr>
            <a:endParaRPr sz="1000" u="sng">
              <a:solidFill>
                <a:srgbClr val="D5CB84"/>
              </a:solidFill>
              <a:latin typeface="Abel"/>
              <a:ea typeface="Abel"/>
              <a:cs typeface="Abel"/>
              <a:sym typeface="Abel"/>
            </a:endParaRPr>
          </a:p>
          <a:p>
            <a:pPr marL="0" marR="0" lvl="0" indent="0" algn="l" rtl="0">
              <a:lnSpc>
                <a:spcPct val="80000"/>
              </a:lnSpc>
              <a:spcBef>
                <a:spcPts val="0"/>
              </a:spcBef>
              <a:spcAft>
                <a:spcPts val="0"/>
              </a:spcAft>
              <a:buNone/>
            </a:pPr>
            <a:r>
              <a:rPr lang="en" sz="1200">
                <a:solidFill>
                  <a:schemeClr val="accent4"/>
                </a:solidFill>
                <a:latin typeface="Abel"/>
                <a:ea typeface="Abel"/>
                <a:cs typeface="Abel"/>
                <a:sym typeface="Abel"/>
              </a:rPr>
              <a:t>Final Size of Merged Data:</a:t>
            </a:r>
            <a:r>
              <a:rPr lang="en" sz="1100">
                <a:solidFill>
                  <a:schemeClr val="lt1"/>
                </a:solidFill>
                <a:latin typeface="Abel"/>
                <a:ea typeface="Abel"/>
                <a:cs typeface="Abel"/>
                <a:sym typeface="Abel"/>
              </a:rPr>
              <a:t> 20,710 rows, 108 columns </a:t>
            </a:r>
            <a:endParaRPr sz="1100">
              <a:solidFill>
                <a:schemeClr val="lt1"/>
              </a:solidFill>
              <a:latin typeface="Abel"/>
              <a:ea typeface="Abel"/>
              <a:cs typeface="Abel"/>
              <a:sym typeface="Abel"/>
            </a:endParaRPr>
          </a:p>
          <a:p>
            <a:pPr marL="0" marR="0" lvl="0" indent="0" algn="l" rtl="0">
              <a:lnSpc>
                <a:spcPct val="80000"/>
              </a:lnSpc>
              <a:spcBef>
                <a:spcPts val="0"/>
              </a:spcBef>
              <a:spcAft>
                <a:spcPts val="0"/>
              </a:spcAft>
              <a:buNone/>
            </a:pPr>
            <a:r>
              <a:rPr lang="en" sz="1200">
                <a:solidFill>
                  <a:schemeClr val="accent4"/>
                </a:solidFill>
                <a:latin typeface="Abel"/>
                <a:ea typeface="Abel"/>
                <a:cs typeface="Abel"/>
                <a:sym typeface="Abel"/>
              </a:rPr>
              <a:t>Timeframe</a:t>
            </a:r>
            <a:r>
              <a:rPr lang="en" sz="1100">
                <a:solidFill>
                  <a:schemeClr val="accent4"/>
                </a:solidFill>
                <a:latin typeface="Abel"/>
                <a:ea typeface="Abel"/>
                <a:cs typeface="Abel"/>
                <a:sym typeface="Abel"/>
              </a:rPr>
              <a:t>: </a:t>
            </a:r>
            <a:r>
              <a:rPr lang="en" sz="1100">
                <a:solidFill>
                  <a:schemeClr val="lt1"/>
                </a:solidFill>
                <a:latin typeface="Abel"/>
                <a:ea typeface="Abel"/>
                <a:cs typeface="Abel"/>
                <a:sym typeface="Abel"/>
              </a:rPr>
              <a:t>01-01-1984 to 01-12-2025</a:t>
            </a:r>
            <a:endParaRPr sz="1100">
              <a:solidFill>
                <a:schemeClr val="accent2"/>
              </a:solidFill>
              <a:latin typeface="Abel"/>
              <a:ea typeface="Abel"/>
              <a:cs typeface="Abel"/>
              <a:sym typeface="Abel"/>
            </a:endParaRPr>
          </a:p>
          <a:p>
            <a:pPr marL="0" lvl="0" indent="0" algn="l" rtl="0">
              <a:lnSpc>
                <a:spcPct val="80000"/>
              </a:lnSpc>
              <a:spcBef>
                <a:spcPts val="0"/>
              </a:spcBef>
              <a:spcAft>
                <a:spcPts val="0"/>
              </a:spcAft>
              <a:buClr>
                <a:schemeClr val="dk1"/>
              </a:buClr>
              <a:buSzPts val="1100"/>
              <a:buFont typeface="Arial"/>
              <a:buNone/>
            </a:pPr>
            <a:endParaRPr sz="1500" b="1">
              <a:solidFill>
                <a:schemeClr val="accent2"/>
              </a:solidFill>
              <a:latin typeface="Abel"/>
              <a:ea typeface="Abel"/>
              <a:cs typeface="Abel"/>
              <a:sym typeface="Abel"/>
            </a:endParaRPr>
          </a:p>
        </p:txBody>
      </p:sp>
      <p:sp>
        <p:nvSpPr>
          <p:cNvPr id="355" name="Google Shape;355;p73"/>
          <p:cNvSpPr txBox="1"/>
          <p:nvPr/>
        </p:nvSpPr>
        <p:spPr>
          <a:xfrm>
            <a:off x="5693075" y="681200"/>
            <a:ext cx="1464300" cy="3396000"/>
          </a:xfrm>
          <a:prstGeom prst="rect">
            <a:avLst/>
          </a:prstGeom>
          <a:solidFill>
            <a:schemeClr val="dk1"/>
          </a:solid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accent4"/>
                </a:solidFill>
                <a:latin typeface="Abel"/>
                <a:ea typeface="Abel"/>
                <a:cs typeface="Abel"/>
                <a:sym typeface="Abel"/>
              </a:rPr>
              <a:t>INDEX: </a:t>
            </a:r>
            <a:endParaRPr sz="1000" b="1">
              <a:solidFill>
                <a:schemeClr val="accent4"/>
              </a:solidFill>
              <a:latin typeface="Abel"/>
              <a:ea typeface="Abel"/>
              <a:cs typeface="Abel"/>
              <a:sym typeface="Abel"/>
            </a:endParaRPr>
          </a:p>
          <a:p>
            <a:pPr marL="0" lvl="0" indent="0" algn="l" rtl="0">
              <a:spcBef>
                <a:spcPts val="0"/>
              </a:spcBef>
              <a:spcAft>
                <a:spcPts val="0"/>
              </a:spcAft>
              <a:buClr>
                <a:schemeClr val="dk1"/>
              </a:buClr>
              <a:buSzPts val="1100"/>
              <a:buFont typeface="Arial"/>
              <a:buNone/>
            </a:pPr>
            <a:r>
              <a:rPr lang="en" sz="1000" b="1">
                <a:solidFill>
                  <a:schemeClr val="lt1"/>
                </a:solidFill>
                <a:latin typeface="Abel"/>
                <a:ea typeface="Abel"/>
                <a:cs typeface="Abel"/>
                <a:sym typeface="Abel"/>
              </a:rPr>
              <a:t>DATE</a:t>
            </a:r>
            <a:endParaRPr sz="1000" b="1">
              <a:solidFill>
                <a:schemeClr val="lt1"/>
              </a:solidFill>
              <a:latin typeface="Abel"/>
              <a:ea typeface="Abel"/>
              <a:cs typeface="Abel"/>
              <a:sym typeface="Abel"/>
            </a:endParaRPr>
          </a:p>
          <a:p>
            <a:pPr marL="0" lvl="0" indent="0" algn="l" rtl="0">
              <a:spcBef>
                <a:spcPts val="0"/>
              </a:spcBef>
              <a:spcAft>
                <a:spcPts val="0"/>
              </a:spcAft>
              <a:buClr>
                <a:schemeClr val="dk1"/>
              </a:buClr>
              <a:buSzPts val="1100"/>
              <a:buFont typeface="Arial"/>
              <a:buNone/>
            </a:pPr>
            <a:endParaRPr sz="1000">
              <a:solidFill>
                <a:schemeClr val="accent2"/>
              </a:solidFill>
              <a:latin typeface="Abel"/>
              <a:ea typeface="Abel"/>
              <a:cs typeface="Abel"/>
              <a:sym typeface="Abel"/>
            </a:endParaRPr>
          </a:p>
          <a:p>
            <a:pPr marL="0" lvl="0" indent="0" algn="l" rtl="0">
              <a:spcBef>
                <a:spcPts val="0"/>
              </a:spcBef>
              <a:spcAft>
                <a:spcPts val="0"/>
              </a:spcAft>
              <a:buClr>
                <a:schemeClr val="dk1"/>
              </a:buClr>
              <a:buSzPts val="1100"/>
              <a:buFont typeface="Arial"/>
              <a:buNone/>
            </a:pPr>
            <a:r>
              <a:rPr lang="en" sz="1000" b="1">
                <a:solidFill>
                  <a:schemeClr val="accent4"/>
                </a:solidFill>
                <a:latin typeface="Abel"/>
                <a:ea typeface="Abel"/>
                <a:cs typeface="Abel"/>
                <a:sym typeface="Abel"/>
              </a:rPr>
              <a:t>LABELS:</a:t>
            </a:r>
            <a:r>
              <a:rPr lang="en" sz="1000">
                <a:solidFill>
                  <a:schemeClr val="accent4"/>
                </a:solidFill>
                <a:latin typeface="Abel"/>
                <a:ea typeface="Abel"/>
                <a:cs typeface="Abel"/>
                <a:sym typeface="Abel"/>
              </a:rPr>
              <a:t> </a:t>
            </a:r>
            <a:endParaRPr sz="1000">
              <a:solidFill>
                <a:schemeClr val="accent4"/>
              </a:solidFill>
              <a:latin typeface="Abel"/>
              <a:ea typeface="Abel"/>
              <a:cs typeface="Abel"/>
              <a:sym typeface="Abel"/>
            </a:endParaRPr>
          </a:p>
          <a:p>
            <a:pPr marL="0" lvl="0" indent="0" algn="l" rtl="0">
              <a:spcBef>
                <a:spcPts val="0"/>
              </a:spcBef>
              <a:spcAft>
                <a:spcPts val="0"/>
              </a:spcAft>
              <a:buNone/>
            </a:pPr>
            <a:r>
              <a:rPr lang="en" sz="1000" b="1">
                <a:solidFill>
                  <a:schemeClr val="lt1"/>
                </a:solidFill>
                <a:latin typeface="Abel"/>
                <a:ea typeface="Abel"/>
                <a:cs typeface="Abel"/>
                <a:sym typeface="Abel"/>
              </a:rPr>
              <a:t>CONUS CODE</a:t>
            </a:r>
            <a:endParaRPr sz="1000" b="1">
              <a:solidFill>
                <a:schemeClr val="lt1"/>
              </a:solidFill>
              <a:latin typeface="Abel"/>
              <a:ea typeface="Abel"/>
              <a:cs typeface="Abel"/>
              <a:sym typeface="Abel"/>
            </a:endParaRPr>
          </a:p>
          <a:p>
            <a:pPr marL="0" marR="0" lvl="0" indent="0" algn="l" rtl="0">
              <a:lnSpc>
                <a:spcPct val="100000"/>
              </a:lnSpc>
              <a:spcBef>
                <a:spcPts val="0"/>
              </a:spcBef>
              <a:spcAft>
                <a:spcPts val="0"/>
              </a:spcAft>
              <a:buNone/>
            </a:pPr>
            <a:endParaRPr sz="1000" b="1">
              <a:solidFill>
                <a:schemeClr val="accent3"/>
              </a:solidFill>
              <a:latin typeface="Abel"/>
              <a:ea typeface="Abel"/>
              <a:cs typeface="Abel"/>
              <a:sym typeface="Abel"/>
            </a:endParaRPr>
          </a:p>
          <a:p>
            <a:pPr marL="0" marR="0" lvl="0" indent="0" algn="l" rtl="0">
              <a:lnSpc>
                <a:spcPct val="100000"/>
              </a:lnSpc>
              <a:spcBef>
                <a:spcPts val="0"/>
              </a:spcBef>
              <a:spcAft>
                <a:spcPts val="0"/>
              </a:spcAft>
              <a:buNone/>
            </a:pPr>
            <a:r>
              <a:rPr lang="en" sz="1000" b="1">
                <a:solidFill>
                  <a:schemeClr val="accent4"/>
                </a:solidFill>
                <a:latin typeface="Abel"/>
                <a:ea typeface="Abel"/>
                <a:cs typeface="Abel"/>
                <a:sym typeface="Abel"/>
              </a:rPr>
              <a:t>NUMERICAL: </a:t>
            </a:r>
            <a:endParaRPr sz="1000" b="1">
              <a:solidFill>
                <a:schemeClr val="accent4"/>
              </a:solidFill>
              <a:latin typeface="Abel"/>
              <a:ea typeface="Abel"/>
              <a:cs typeface="Abel"/>
              <a:sym typeface="Abel"/>
            </a:endParaRPr>
          </a:p>
          <a:p>
            <a:pPr marL="0" marR="0" lvl="0" indent="0" algn="l" rtl="0">
              <a:lnSpc>
                <a:spcPct val="100000"/>
              </a:lnSpc>
              <a:spcBef>
                <a:spcPts val="0"/>
              </a:spcBef>
              <a:spcAft>
                <a:spcPts val="0"/>
              </a:spcAft>
              <a:buNone/>
            </a:pPr>
            <a:r>
              <a:rPr lang="en" sz="1000" b="1">
                <a:solidFill>
                  <a:schemeClr val="lt1"/>
                </a:solidFill>
                <a:latin typeface="Abel"/>
                <a:ea typeface="Abel"/>
                <a:cs typeface="Abel"/>
                <a:sym typeface="Abel"/>
              </a:rPr>
              <a:t>Precipitation</a:t>
            </a:r>
            <a:endParaRPr sz="1000" b="1">
              <a:solidFill>
                <a:schemeClr val="lt1"/>
              </a:solidFill>
              <a:latin typeface="Abel"/>
              <a:ea typeface="Abel"/>
              <a:cs typeface="Abel"/>
              <a:sym typeface="Abel"/>
            </a:endParaRPr>
          </a:p>
          <a:p>
            <a:pPr marL="0" marR="0" lvl="0" indent="0" algn="l" rtl="0">
              <a:lnSpc>
                <a:spcPct val="100000"/>
              </a:lnSpc>
              <a:spcBef>
                <a:spcPts val="0"/>
              </a:spcBef>
              <a:spcAft>
                <a:spcPts val="0"/>
              </a:spcAft>
              <a:buNone/>
            </a:pPr>
            <a:r>
              <a:rPr lang="en" sz="1000" b="1">
                <a:solidFill>
                  <a:schemeClr val="lt1"/>
                </a:solidFill>
                <a:latin typeface="Abel"/>
                <a:ea typeface="Abel"/>
                <a:cs typeface="Abel"/>
                <a:sym typeface="Abel"/>
              </a:rPr>
              <a:t>Min/Max Temp </a:t>
            </a:r>
            <a:endParaRPr sz="1000" b="1">
              <a:solidFill>
                <a:schemeClr val="lt1"/>
              </a:solidFill>
              <a:latin typeface="Abel"/>
              <a:ea typeface="Abel"/>
              <a:cs typeface="Abel"/>
              <a:sym typeface="Abel"/>
            </a:endParaRPr>
          </a:p>
          <a:p>
            <a:pPr marL="0" marR="0" lvl="0" indent="0" algn="l" rtl="0">
              <a:lnSpc>
                <a:spcPct val="100000"/>
              </a:lnSpc>
              <a:spcBef>
                <a:spcPts val="0"/>
              </a:spcBef>
              <a:spcAft>
                <a:spcPts val="0"/>
              </a:spcAft>
              <a:buNone/>
            </a:pPr>
            <a:r>
              <a:rPr lang="en" sz="1000" b="1">
                <a:solidFill>
                  <a:schemeClr val="lt1"/>
                </a:solidFill>
                <a:latin typeface="Abel"/>
                <a:ea typeface="Abel"/>
                <a:cs typeface="Abel"/>
                <a:sym typeface="Abel"/>
              </a:rPr>
              <a:t>(Daily) Temp Range</a:t>
            </a:r>
            <a:endParaRPr sz="1000" b="1">
              <a:solidFill>
                <a:schemeClr val="lt1"/>
              </a:solidFill>
              <a:latin typeface="Abel"/>
              <a:ea typeface="Abel"/>
              <a:cs typeface="Abel"/>
              <a:sym typeface="Abel"/>
            </a:endParaRPr>
          </a:p>
          <a:p>
            <a:pPr marL="0" marR="0" lvl="0" indent="0" algn="l" rtl="0">
              <a:lnSpc>
                <a:spcPct val="100000"/>
              </a:lnSpc>
              <a:spcBef>
                <a:spcPts val="0"/>
              </a:spcBef>
              <a:spcAft>
                <a:spcPts val="0"/>
              </a:spcAft>
              <a:buNone/>
            </a:pPr>
            <a:r>
              <a:rPr lang="en" sz="1000" b="1">
                <a:solidFill>
                  <a:schemeClr val="lt1"/>
                </a:solidFill>
                <a:latin typeface="Abel"/>
                <a:ea typeface="Abel"/>
                <a:cs typeface="Abel"/>
                <a:sym typeface="Abel"/>
              </a:rPr>
              <a:t>Avg Wind Speed </a:t>
            </a:r>
            <a:endParaRPr sz="1000" b="1">
              <a:solidFill>
                <a:schemeClr val="lt1"/>
              </a:solidFill>
              <a:latin typeface="Abel"/>
              <a:ea typeface="Abel"/>
              <a:cs typeface="Abel"/>
              <a:sym typeface="Abel"/>
            </a:endParaRPr>
          </a:p>
          <a:p>
            <a:pPr marL="0" marR="0" lvl="0" indent="0" algn="l" rtl="0">
              <a:lnSpc>
                <a:spcPct val="100000"/>
              </a:lnSpc>
              <a:spcBef>
                <a:spcPts val="0"/>
              </a:spcBef>
              <a:spcAft>
                <a:spcPts val="0"/>
              </a:spcAft>
              <a:buNone/>
            </a:pPr>
            <a:r>
              <a:rPr lang="en" sz="1000" b="1">
                <a:solidFill>
                  <a:schemeClr val="lt1"/>
                </a:solidFill>
                <a:latin typeface="Abel"/>
                <a:ea typeface="Abel"/>
                <a:cs typeface="Abel"/>
                <a:sym typeface="Abel"/>
              </a:rPr>
              <a:t>Wind Temp. Ratio</a:t>
            </a:r>
            <a:endParaRPr sz="1000" b="1">
              <a:solidFill>
                <a:schemeClr val="lt1"/>
              </a:solidFill>
              <a:latin typeface="Abel"/>
              <a:ea typeface="Abel"/>
              <a:cs typeface="Abel"/>
              <a:sym typeface="Abel"/>
            </a:endParaRPr>
          </a:p>
          <a:p>
            <a:pPr marL="0" marR="0" lvl="0" indent="0" algn="l" rtl="0">
              <a:lnSpc>
                <a:spcPct val="100000"/>
              </a:lnSpc>
              <a:spcBef>
                <a:spcPts val="0"/>
              </a:spcBef>
              <a:spcAft>
                <a:spcPts val="0"/>
              </a:spcAft>
              <a:buNone/>
            </a:pPr>
            <a:r>
              <a:rPr lang="en" sz="1000" b="1">
                <a:solidFill>
                  <a:schemeClr val="lt1"/>
                </a:solidFill>
                <a:latin typeface="Abel"/>
                <a:ea typeface="Abel"/>
                <a:cs typeface="Abel"/>
                <a:sym typeface="Abel"/>
              </a:rPr>
              <a:t>Lagged Precip.</a:t>
            </a:r>
            <a:endParaRPr sz="1000" b="1">
              <a:solidFill>
                <a:schemeClr val="lt1"/>
              </a:solidFill>
              <a:latin typeface="Abel"/>
              <a:ea typeface="Abel"/>
              <a:cs typeface="Abel"/>
              <a:sym typeface="Abel"/>
            </a:endParaRPr>
          </a:p>
          <a:p>
            <a:pPr marL="0" marR="0" lvl="0" indent="0" algn="l" rtl="0">
              <a:lnSpc>
                <a:spcPct val="100000"/>
              </a:lnSpc>
              <a:spcBef>
                <a:spcPts val="0"/>
              </a:spcBef>
              <a:spcAft>
                <a:spcPts val="0"/>
              </a:spcAft>
              <a:buNone/>
            </a:pPr>
            <a:r>
              <a:rPr lang="en" sz="1000" b="1">
                <a:solidFill>
                  <a:schemeClr val="lt1"/>
                </a:solidFill>
                <a:latin typeface="Abel"/>
                <a:ea typeface="Abel"/>
                <a:cs typeface="Abel"/>
                <a:sym typeface="Abel"/>
              </a:rPr>
              <a:t>Lagged Avg Wind Speed </a:t>
            </a:r>
            <a:endParaRPr sz="1000" b="1">
              <a:solidFill>
                <a:schemeClr val="lt1"/>
              </a:solidFill>
              <a:latin typeface="Abel"/>
              <a:ea typeface="Abel"/>
              <a:cs typeface="Abel"/>
              <a:sym typeface="Abel"/>
            </a:endParaRPr>
          </a:p>
          <a:p>
            <a:pPr marL="0" marR="0" lvl="0" indent="0" algn="l" rtl="0">
              <a:lnSpc>
                <a:spcPct val="100000"/>
              </a:lnSpc>
              <a:spcBef>
                <a:spcPts val="0"/>
              </a:spcBef>
              <a:spcAft>
                <a:spcPts val="0"/>
              </a:spcAft>
              <a:buNone/>
            </a:pPr>
            <a:r>
              <a:rPr lang="en" sz="1000" b="1">
                <a:solidFill>
                  <a:schemeClr val="lt1"/>
                </a:solidFill>
                <a:latin typeface="Abel"/>
                <a:ea typeface="Abel"/>
                <a:cs typeface="Abel"/>
                <a:sym typeface="Abel"/>
              </a:rPr>
              <a:t>Lagged Temp</a:t>
            </a:r>
            <a:endParaRPr sz="1000" b="1">
              <a:solidFill>
                <a:schemeClr val="lt1"/>
              </a:solidFill>
              <a:latin typeface="Abel"/>
              <a:ea typeface="Abel"/>
              <a:cs typeface="Abel"/>
              <a:sym typeface="Abel"/>
            </a:endParaRPr>
          </a:p>
          <a:p>
            <a:pPr marL="0" marR="0" lvl="0" indent="0" algn="l" rtl="0">
              <a:lnSpc>
                <a:spcPct val="100000"/>
              </a:lnSpc>
              <a:spcBef>
                <a:spcPts val="0"/>
              </a:spcBef>
              <a:spcAft>
                <a:spcPts val="0"/>
              </a:spcAft>
              <a:buNone/>
            </a:pPr>
            <a:endParaRPr sz="1000" b="1">
              <a:solidFill>
                <a:schemeClr val="lt1"/>
              </a:solidFill>
              <a:latin typeface="Abel"/>
              <a:ea typeface="Abel"/>
              <a:cs typeface="Abel"/>
              <a:sym typeface="Abel"/>
            </a:endParaRPr>
          </a:p>
          <a:p>
            <a:pPr marL="0" marR="0" lvl="0" indent="0" algn="l" rtl="0">
              <a:lnSpc>
                <a:spcPct val="100000"/>
              </a:lnSpc>
              <a:spcBef>
                <a:spcPts val="0"/>
              </a:spcBef>
              <a:spcAft>
                <a:spcPts val="0"/>
              </a:spcAft>
              <a:buNone/>
            </a:pPr>
            <a:r>
              <a:rPr lang="en" sz="1000" b="1">
                <a:solidFill>
                  <a:schemeClr val="accent4"/>
                </a:solidFill>
                <a:latin typeface="Abel"/>
                <a:ea typeface="Abel"/>
                <a:cs typeface="Abel"/>
                <a:sym typeface="Abel"/>
              </a:rPr>
              <a:t>TARGET VARIABLES: </a:t>
            </a:r>
            <a:endParaRPr sz="1000" b="1">
              <a:solidFill>
                <a:schemeClr val="accent4"/>
              </a:solidFill>
              <a:latin typeface="Abel"/>
              <a:ea typeface="Abel"/>
              <a:cs typeface="Abel"/>
              <a:sym typeface="Abel"/>
            </a:endParaRPr>
          </a:p>
          <a:p>
            <a:pPr marL="0" marR="0" lvl="0" indent="0" algn="l" rtl="0">
              <a:lnSpc>
                <a:spcPct val="100000"/>
              </a:lnSpc>
              <a:spcBef>
                <a:spcPts val="0"/>
              </a:spcBef>
              <a:spcAft>
                <a:spcPts val="0"/>
              </a:spcAft>
              <a:buNone/>
            </a:pPr>
            <a:r>
              <a:rPr lang="en" sz="1000" b="1">
                <a:solidFill>
                  <a:schemeClr val="lt1"/>
                </a:solidFill>
                <a:latin typeface="Abel"/>
                <a:ea typeface="Abel"/>
                <a:cs typeface="Abel"/>
                <a:sym typeface="Abel"/>
              </a:rPr>
              <a:t>Fire in 3 Days</a:t>
            </a:r>
            <a:endParaRPr sz="1000" b="1">
              <a:solidFill>
                <a:schemeClr val="lt1"/>
              </a:solidFill>
              <a:latin typeface="Abel"/>
              <a:ea typeface="Abel"/>
              <a:cs typeface="Abel"/>
              <a:sym typeface="Abel"/>
            </a:endParaRPr>
          </a:p>
          <a:p>
            <a:pPr marL="0" lvl="0" indent="0" algn="l" rtl="0">
              <a:spcBef>
                <a:spcPts val="0"/>
              </a:spcBef>
              <a:spcAft>
                <a:spcPts val="0"/>
              </a:spcAft>
              <a:buNone/>
            </a:pPr>
            <a:r>
              <a:rPr lang="en" sz="1000" b="1">
                <a:solidFill>
                  <a:schemeClr val="lt1"/>
                </a:solidFill>
                <a:latin typeface="Abel"/>
                <a:ea typeface="Abel"/>
                <a:cs typeface="Abel"/>
                <a:sym typeface="Abel"/>
              </a:rPr>
              <a:t>Fire in 7 Days</a:t>
            </a:r>
            <a:endParaRPr sz="1000" b="1">
              <a:solidFill>
                <a:schemeClr val="lt1"/>
              </a:solidFill>
              <a:latin typeface="Abel"/>
              <a:ea typeface="Abel"/>
              <a:cs typeface="Abel"/>
              <a:sym typeface="Abel"/>
            </a:endParaRPr>
          </a:p>
          <a:p>
            <a:pPr marL="0" lvl="0" indent="0" algn="l" rtl="0">
              <a:spcBef>
                <a:spcPts val="0"/>
              </a:spcBef>
              <a:spcAft>
                <a:spcPts val="0"/>
              </a:spcAft>
              <a:buClr>
                <a:schemeClr val="dk1"/>
              </a:buClr>
              <a:buSzPts val="1100"/>
              <a:buFont typeface="Arial"/>
              <a:buNone/>
            </a:pPr>
            <a:r>
              <a:rPr lang="en" sz="1000" b="1">
                <a:solidFill>
                  <a:schemeClr val="lt1"/>
                </a:solidFill>
                <a:latin typeface="Abel"/>
                <a:ea typeface="Abel"/>
                <a:cs typeface="Abel"/>
                <a:sym typeface="Abel"/>
              </a:rPr>
              <a:t>Fire in 14 Days</a:t>
            </a:r>
            <a:endParaRPr sz="1000" b="1">
              <a:solidFill>
                <a:schemeClr val="lt1"/>
              </a:solidFill>
              <a:latin typeface="Abel"/>
              <a:ea typeface="Abel"/>
              <a:cs typeface="Abel"/>
              <a:sym typeface="Abel"/>
            </a:endParaRPr>
          </a:p>
          <a:p>
            <a:pPr marL="0" marR="0" lvl="0" indent="0" algn="l" rtl="0">
              <a:lnSpc>
                <a:spcPct val="100000"/>
              </a:lnSpc>
              <a:spcBef>
                <a:spcPts val="0"/>
              </a:spcBef>
              <a:spcAft>
                <a:spcPts val="0"/>
              </a:spcAft>
              <a:buNone/>
            </a:pPr>
            <a:endParaRPr sz="1000" b="1">
              <a:solidFill>
                <a:schemeClr val="lt1"/>
              </a:solidFill>
              <a:latin typeface="Abel"/>
              <a:ea typeface="Abel"/>
              <a:cs typeface="Abel"/>
              <a:sym typeface="Abel"/>
            </a:endParaRPr>
          </a:p>
          <a:p>
            <a:pPr marL="0" marR="0" lvl="0" indent="0" algn="l" rtl="0">
              <a:lnSpc>
                <a:spcPct val="100000"/>
              </a:lnSpc>
              <a:spcBef>
                <a:spcPts val="0"/>
              </a:spcBef>
              <a:spcAft>
                <a:spcPts val="0"/>
              </a:spcAft>
              <a:buNone/>
            </a:pPr>
            <a:endParaRPr sz="1000" b="1">
              <a:solidFill>
                <a:schemeClr val="lt1"/>
              </a:solidFill>
              <a:latin typeface="Abel"/>
              <a:ea typeface="Abel"/>
              <a:cs typeface="Abel"/>
              <a:sym typeface="Abel"/>
            </a:endParaRPr>
          </a:p>
          <a:p>
            <a:pPr marL="0" lvl="0" indent="0" algn="l" rtl="0">
              <a:spcBef>
                <a:spcPts val="0"/>
              </a:spcBef>
              <a:spcAft>
                <a:spcPts val="0"/>
              </a:spcAft>
              <a:buNone/>
            </a:pPr>
            <a:endParaRPr sz="1000">
              <a:solidFill>
                <a:schemeClr val="lt1"/>
              </a:solidFill>
              <a:latin typeface="Abel"/>
              <a:ea typeface="Abel"/>
              <a:cs typeface="Abel"/>
              <a:sym typeface="Abe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74"/>
          <p:cNvSpPr txBox="1">
            <a:spLocks noGrp="1"/>
          </p:cNvSpPr>
          <p:nvPr>
            <p:ph type="title"/>
          </p:nvPr>
        </p:nvSpPr>
        <p:spPr>
          <a:xfrm>
            <a:off x="311700" y="4905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DATA</a:t>
            </a:r>
            <a:endParaRPr/>
          </a:p>
        </p:txBody>
      </p:sp>
      <p:graphicFrame>
        <p:nvGraphicFramePr>
          <p:cNvPr id="361" name="Google Shape;361;p74"/>
          <p:cNvGraphicFramePr/>
          <p:nvPr/>
        </p:nvGraphicFramePr>
        <p:xfrm>
          <a:off x="616325" y="3045625"/>
          <a:ext cx="3000000" cy="3000000"/>
        </p:xfrm>
        <a:graphic>
          <a:graphicData uri="http://schemas.openxmlformats.org/drawingml/2006/table">
            <a:tbl>
              <a:tblPr>
                <a:noFill/>
                <a:tableStyleId>{6BFE5DE2-A58F-4E92-B6AB-F7E17E8FF10C}</a:tableStyleId>
              </a:tblPr>
              <a:tblGrid>
                <a:gridCol w="382850">
                  <a:extLst>
                    <a:ext uri="{9D8B030D-6E8A-4147-A177-3AD203B41FA5}">
                      <a16:colId xmlns:a16="http://schemas.microsoft.com/office/drawing/2014/main" val="20000"/>
                    </a:ext>
                  </a:extLst>
                </a:gridCol>
                <a:gridCol w="1267525">
                  <a:extLst>
                    <a:ext uri="{9D8B030D-6E8A-4147-A177-3AD203B41FA5}">
                      <a16:colId xmlns:a16="http://schemas.microsoft.com/office/drawing/2014/main" val="20001"/>
                    </a:ext>
                  </a:extLst>
                </a:gridCol>
              </a:tblGrid>
              <a:tr h="0">
                <a:tc>
                  <a:txBody>
                    <a:bodyPr/>
                    <a:lstStyle/>
                    <a:p>
                      <a:pPr marL="0" lvl="0" indent="0" algn="r" rtl="0">
                        <a:lnSpc>
                          <a:spcPct val="115000"/>
                        </a:lnSpc>
                        <a:spcBef>
                          <a:spcPts val="0"/>
                        </a:spcBef>
                        <a:spcAft>
                          <a:spcPts val="0"/>
                        </a:spcAft>
                        <a:buNone/>
                      </a:pPr>
                      <a:r>
                        <a:rPr lang="en" sz="600">
                          <a:solidFill>
                            <a:schemeClr val="lt1"/>
                          </a:solidFill>
                        </a:rPr>
                        <a:t>1</a:t>
                      </a:r>
                      <a:endParaRPr sz="6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600">
                          <a:solidFill>
                            <a:schemeClr val="lt1"/>
                          </a:solidFill>
                        </a:rPr>
                        <a:t>North Coast Drainage</a:t>
                      </a:r>
                      <a:endParaRPr sz="600">
                        <a:solidFill>
                          <a:schemeClr val="lt1"/>
                        </a:solidFill>
                      </a:endParaRPr>
                    </a:p>
                  </a:txBody>
                  <a:tcPr marL="91425" marR="91425" marT="91425" marB="91425">
                    <a:solidFill>
                      <a:schemeClr val="dk1"/>
                    </a:solidFill>
                  </a:tcPr>
                </a:tc>
                <a:extLst>
                  <a:ext uri="{0D108BD9-81ED-4DB2-BD59-A6C34878D82A}">
                    <a16:rowId xmlns:a16="http://schemas.microsoft.com/office/drawing/2014/main" val="10000"/>
                  </a:ext>
                </a:extLst>
              </a:tr>
              <a:tr h="0">
                <a:tc>
                  <a:txBody>
                    <a:bodyPr/>
                    <a:lstStyle/>
                    <a:p>
                      <a:pPr marL="0" lvl="0" indent="0" algn="r" rtl="0">
                        <a:lnSpc>
                          <a:spcPct val="115000"/>
                        </a:lnSpc>
                        <a:spcBef>
                          <a:spcPts val="0"/>
                        </a:spcBef>
                        <a:spcAft>
                          <a:spcPts val="0"/>
                        </a:spcAft>
                        <a:buNone/>
                      </a:pPr>
                      <a:r>
                        <a:rPr lang="en" sz="600">
                          <a:solidFill>
                            <a:schemeClr val="lt1"/>
                          </a:solidFill>
                        </a:rPr>
                        <a:t>2</a:t>
                      </a:r>
                      <a:endParaRPr sz="6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600">
                          <a:solidFill>
                            <a:schemeClr val="lt1"/>
                          </a:solidFill>
                        </a:rPr>
                        <a:t>Sacramento Drainage</a:t>
                      </a:r>
                      <a:endParaRPr sz="600">
                        <a:solidFill>
                          <a:schemeClr val="lt1"/>
                        </a:solidFill>
                      </a:endParaRPr>
                    </a:p>
                  </a:txBody>
                  <a:tcPr marL="91425" marR="91425" marT="91425" marB="91425">
                    <a:solidFill>
                      <a:schemeClr val="dk1"/>
                    </a:solidFill>
                  </a:tcPr>
                </a:tc>
                <a:extLst>
                  <a:ext uri="{0D108BD9-81ED-4DB2-BD59-A6C34878D82A}">
                    <a16:rowId xmlns:a16="http://schemas.microsoft.com/office/drawing/2014/main" val="10001"/>
                  </a:ext>
                </a:extLst>
              </a:tr>
              <a:tr h="0">
                <a:tc>
                  <a:txBody>
                    <a:bodyPr/>
                    <a:lstStyle/>
                    <a:p>
                      <a:pPr marL="0" lvl="0" indent="0" algn="r" rtl="0">
                        <a:lnSpc>
                          <a:spcPct val="115000"/>
                        </a:lnSpc>
                        <a:spcBef>
                          <a:spcPts val="0"/>
                        </a:spcBef>
                        <a:spcAft>
                          <a:spcPts val="0"/>
                        </a:spcAft>
                        <a:buNone/>
                      </a:pPr>
                      <a:r>
                        <a:rPr lang="en" sz="600">
                          <a:solidFill>
                            <a:schemeClr val="lt1"/>
                          </a:solidFill>
                        </a:rPr>
                        <a:t>3</a:t>
                      </a:r>
                      <a:endParaRPr sz="6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600">
                          <a:solidFill>
                            <a:schemeClr val="lt1"/>
                          </a:solidFill>
                        </a:rPr>
                        <a:t>Northeast Interior Basins</a:t>
                      </a:r>
                      <a:endParaRPr sz="600">
                        <a:solidFill>
                          <a:schemeClr val="lt1"/>
                        </a:solidFill>
                      </a:endParaRPr>
                    </a:p>
                  </a:txBody>
                  <a:tcPr marL="91425" marR="91425" marT="91425" marB="91425">
                    <a:solidFill>
                      <a:schemeClr val="dk1"/>
                    </a:solidFill>
                  </a:tcPr>
                </a:tc>
                <a:extLst>
                  <a:ext uri="{0D108BD9-81ED-4DB2-BD59-A6C34878D82A}">
                    <a16:rowId xmlns:a16="http://schemas.microsoft.com/office/drawing/2014/main" val="10002"/>
                  </a:ext>
                </a:extLst>
              </a:tr>
              <a:tr h="0">
                <a:tc>
                  <a:txBody>
                    <a:bodyPr/>
                    <a:lstStyle/>
                    <a:p>
                      <a:pPr marL="0" lvl="0" indent="0" algn="r" rtl="0">
                        <a:lnSpc>
                          <a:spcPct val="115000"/>
                        </a:lnSpc>
                        <a:spcBef>
                          <a:spcPts val="0"/>
                        </a:spcBef>
                        <a:spcAft>
                          <a:spcPts val="0"/>
                        </a:spcAft>
                        <a:buNone/>
                      </a:pPr>
                      <a:r>
                        <a:rPr lang="en" sz="600">
                          <a:solidFill>
                            <a:schemeClr val="lt1"/>
                          </a:solidFill>
                        </a:rPr>
                        <a:t>4</a:t>
                      </a:r>
                      <a:endParaRPr sz="6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600">
                          <a:solidFill>
                            <a:schemeClr val="lt1"/>
                          </a:solidFill>
                        </a:rPr>
                        <a:t>Central Coast Drainage</a:t>
                      </a:r>
                      <a:endParaRPr sz="600">
                        <a:solidFill>
                          <a:schemeClr val="lt1"/>
                        </a:solidFill>
                      </a:endParaRPr>
                    </a:p>
                  </a:txBody>
                  <a:tcPr marL="91425" marR="91425" marT="91425" marB="91425">
                    <a:solidFill>
                      <a:schemeClr val="dk1"/>
                    </a:solidFill>
                  </a:tcPr>
                </a:tc>
                <a:extLst>
                  <a:ext uri="{0D108BD9-81ED-4DB2-BD59-A6C34878D82A}">
                    <a16:rowId xmlns:a16="http://schemas.microsoft.com/office/drawing/2014/main" val="10003"/>
                  </a:ext>
                </a:extLst>
              </a:tr>
              <a:tr h="0">
                <a:tc>
                  <a:txBody>
                    <a:bodyPr/>
                    <a:lstStyle/>
                    <a:p>
                      <a:pPr marL="0" lvl="0" indent="0" algn="r" rtl="0">
                        <a:lnSpc>
                          <a:spcPct val="115000"/>
                        </a:lnSpc>
                        <a:spcBef>
                          <a:spcPts val="0"/>
                        </a:spcBef>
                        <a:spcAft>
                          <a:spcPts val="0"/>
                        </a:spcAft>
                        <a:buNone/>
                      </a:pPr>
                      <a:r>
                        <a:rPr lang="en" sz="600">
                          <a:solidFill>
                            <a:schemeClr val="lt1"/>
                          </a:solidFill>
                        </a:rPr>
                        <a:t>5</a:t>
                      </a:r>
                      <a:endParaRPr sz="6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600">
                          <a:solidFill>
                            <a:schemeClr val="lt1"/>
                          </a:solidFill>
                        </a:rPr>
                        <a:t>San Joaquin Drainage</a:t>
                      </a:r>
                      <a:endParaRPr sz="600">
                        <a:solidFill>
                          <a:schemeClr val="lt1"/>
                        </a:solidFill>
                      </a:endParaRPr>
                    </a:p>
                  </a:txBody>
                  <a:tcPr marL="91425" marR="91425" marT="91425" marB="91425">
                    <a:solidFill>
                      <a:schemeClr val="dk1"/>
                    </a:solidFill>
                  </a:tcPr>
                </a:tc>
                <a:extLst>
                  <a:ext uri="{0D108BD9-81ED-4DB2-BD59-A6C34878D82A}">
                    <a16:rowId xmlns:a16="http://schemas.microsoft.com/office/drawing/2014/main" val="10004"/>
                  </a:ext>
                </a:extLst>
              </a:tr>
              <a:tr h="0">
                <a:tc>
                  <a:txBody>
                    <a:bodyPr/>
                    <a:lstStyle/>
                    <a:p>
                      <a:pPr marL="0" lvl="0" indent="0" algn="r" rtl="0">
                        <a:lnSpc>
                          <a:spcPct val="115000"/>
                        </a:lnSpc>
                        <a:spcBef>
                          <a:spcPts val="0"/>
                        </a:spcBef>
                        <a:spcAft>
                          <a:spcPts val="0"/>
                        </a:spcAft>
                        <a:buNone/>
                      </a:pPr>
                      <a:r>
                        <a:rPr lang="en" sz="600">
                          <a:solidFill>
                            <a:schemeClr val="lt1"/>
                          </a:solidFill>
                        </a:rPr>
                        <a:t>6</a:t>
                      </a:r>
                      <a:endParaRPr sz="6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600">
                          <a:solidFill>
                            <a:schemeClr val="lt1"/>
                          </a:solidFill>
                        </a:rPr>
                        <a:t>South Coast Drainage</a:t>
                      </a:r>
                      <a:endParaRPr sz="600">
                        <a:solidFill>
                          <a:schemeClr val="lt1"/>
                        </a:solidFill>
                      </a:endParaRPr>
                    </a:p>
                  </a:txBody>
                  <a:tcPr marL="91425" marR="91425" marT="91425" marB="91425">
                    <a:solidFill>
                      <a:schemeClr val="dk1"/>
                    </a:solidFill>
                  </a:tcPr>
                </a:tc>
                <a:extLst>
                  <a:ext uri="{0D108BD9-81ED-4DB2-BD59-A6C34878D82A}">
                    <a16:rowId xmlns:a16="http://schemas.microsoft.com/office/drawing/2014/main" val="10005"/>
                  </a:ext>
                </a:extLst>
              </a:tr>
              <a:tr h="0">
                <a:tc>
                  <a:txBody>
                    <a:bodyPr/>
                    <a:lstStyle/>
                    <a:p>
                      <a:pPr marL="0" lvl="0" indent="0" algn="r" rtl="0">
                        <a:lnSpc>
                          <a:spcPct val="115000"/>
                        </a:lnSpc>
                        <a:spcBef>
                          <a:spcPts val="0"/>
                        </a:spcBef>
                        <a:spcAft>
                          <a:spcPts val="0"/>
                        </a:spcAft>
                        <a:buNone/>
                      </a:pPr>
                      <a:r>
                        <a:rPr lang="en" sz="600">
                          <a:solidFill>
                            <a:schemeClr val="lt1"/>
                          </a:solidFill>
                        </a:rPr>
                        <a:t>7</a:t>
                      </a:r>
                      <a:endParaRPr sz="6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600">
                          <a:solidFill>
                            <a:schemeClr val="lt1"/>
                          </a:solidFill>
                        </a:rPr>
                        <a:t>Southeast Desert Basin</a:t>
                      </a:r>
                      <a:endParaRPr sz="600">
                        <a:solidFill>
                          <a:schemeClr val="lt1"/>
                        </a:solidFill>
                      </a:endParaRPr>
                    </a:p>
                  </a:txBody>
                  <a:tcPr marL="91425" marR="91425" marT="91425" marB="91425">
                    <a:solidFill>
                      <a:schemeClr val="dk1"/>
                    </a:solidFill>
                  </a:tcPr>
                </a:tc>
                <a:extLst>
                  <a:ext uri="{0D108BD9-81ED-4DB2-BD59-A6C34878D82A}">
                    <a16:rowId xmlns:a16="http://schemas.microsoft.com/office/drawing/2014/main" val="10006"/>
                  </a:ext>
                </a:extLst>
              </a:tr>
            </a:tbl>
          </a:graphicData>
        </a:graphic>
      </p:graphicFrame>
      <p:pic>
        <p:nvPicPr>
          <p:cNvPr id="362" name="Google Shape;362;p74"/>
          <p:cNvPicPr preferRelativeResize="0"/>
          <p:nvPr/>
        </p:nvPicPr>
        <p:blipFill rotWithShape="1">
          <a:blip r:embed="rId3">
            <a:alphaModFix/>
          </a:blip>
          <a:srcRect t="9314" r="33097"/>
          <a:stretch/>
        </p:blipFill>
        <p:spPr>
          <a:xfrm>
            <a:off x="3801000" y="621750"/>
            <a:ext cx="1391625" cy="1918925"/>
          </a:xfrm>
          <a:prstGeom prst="rect">
            <a:avLst/>
          </a:prstGeom>
          <a:noFill/>
          <a:ln>
            <a:noFill/>
          </a:ln>
        </p:spPr>
      </p:pic>
      <p:pic>
        <p:nvPicPr>
          <p:cNvPr id="363" name="Google Shape;363;p74"/>
          <p:cNvPicPr preferRelativeResize="0"/>
          <p:nvPr/>
        </p:nvPicPr>
        <p:blipFill>
          <a:blip r:embed="rId4">
            <a:alphaModFix/>
          </a:blip>
          <a:stretch>
            <a:fillRect/>
          </a:stretch>
        </p:blipFill>
        <p:spPr>
          <a:xfrm>
            <a:off x="1667350" y="597294"/>
            <a:ext cx="1637950" cy="1918933"/>
          </a:xfrm>
          <a:prstGeom prst="rect">
            <a:avLst/>
          </a:prstGeom>
          <a:noFill/>
          <a:ln>
            <a:noFill/>
          </a:ln>
        </p:spPr>
      </p:pic>
      <p:sp>
        <p:nvSpPr>
          <p:cNvPr id="364" name="Google Shape;364;p74"/>
          <p:cNvSpPr txBox="1"/>
          <p:nvPr/>
        </p:nvSpPr>
        <p:spPr>
          <a:xfrm>
            <a:off x="2734625" y="3167600"/>
            <a:ext cx="3317100" cy="800400"/>
          </a:xfrm>
          <a:prstGeom prst="rect">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Abel"/>
                <a:ea typeface="Abel"/>
                <a:cs typeface="Abel"/>
                <a:sym typeface="Abel"/>
              </a:rPr>
              <a:t>*Shapely” to find one fire centroid per climate division. </a:t>
            </a:r>
            <a:endParaRPr sz="1000">
              <a:solidFill>
                <a:schemeClr val="lt1"/>
              </a:solidFill>
              <a:latin typeface="Abel"/>
              <a:ea typeface="Abel"/>
              <a:cs typeface="Abel"/>
              <a:sym typeface="Abel"/>
            </a:endParaRPr>
          </a:p>
          <a:p>
            <a:pPr marL="0" lvl="0" indent="0" algn="l" rtl="0">
              <a:spcBef>
                <a:spcPts val="0"/>
              </a:spcBef>
              <a:spcAft>
                <a:spcPts val="0"/>
              </a:spcAft>
              <a:buNone/>
            </a:pPr>
            <a:endParaRPr sz="1000">
              <a:solidFill>
                <a:schemeClr val="lt1"/>
              </a:solidFill>
              <a:latin typeface="Abel"/>
              <a:ea typeface="Abel"/>
              <a:cs typeface="Abel"/>
              <a:sym typeface="Abel"/>
            </a:endParaRPr>
          </a:p>
          <a:p>
            <a:pPr marL="0" lvl="0" indent="0" algn="l" rtl="0">
              <a:spcBef>
                <a:spcPts val="0"/>
              </a:spcBef>
              <a:spcAft>
                <a:spcPts val="0"/>
              </a:spcAft>
              <a:buNone/>
            </a:pPr>
            <a:r>
              <a:rPr lang="en" sz="1000">
                <a:solidFill>
                  <a:schemeClr val="lt1"/>
                </a:solidFill>
                <a:latin typeface="Abel"/>
                <a:ea typeface="Abel"/>
                <a:cs typeface="Abel"/>
                <a:sym typeface="Abel"/>
              </a:rPr>
              <a:t>*GEOPandas” to geo-locate labels and features to counties and climate divisions</a:t>
            </a:r>
            <a:endParaRPr sz="1000">
              <a:solidFill>
                <a:schemeClr val="lt1"/>
              </a:solidFill>
              <a:latin typeface="Abel"/>
              <a:ea typeface="Abel"/>
              <a:cs typeface="Abel"/>
              <a:sym typeface="Abel"/>
            </a:endParaRPr>
          </a:p>
        </p:txBody>
      </p:sp>
      <p:pic>
        <p:nvPicPr>
          <p:cNvPr id="365" name="Google Shape;365;p74"/>
          <p:cNvPicPr preferRelativeResize="0"/>
          <p:nvPr/>
        </p:nvPicPr>
        <p:blipFill>
          <a:blip r:embed="rId5">
            <a:alphaModFix/>
          </a:blip>
          <a:stretch>
            <a:fillRect/>
          </a:stretch>
        </p:blipFill>
        <p:spPr>
          <a:xfrm>
            <a:off x="5592344" y="621751"/>
            <a:ext cx="1701181" cy="1918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75"/>
          <p:cNvSpPr txBox="1">
            <a:spLocks noGrp="1"/>
          </p:cNvSpPr>
          <p:nvPr>
            <p:ph type="title"/>
          </p:nvPr>
        </p:nvSpPr>
        <p:spPr>
          <a:xfrm>
            <a:off x="311700" y="-357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EDA - Feature correlation</a:t>
            </a:r>
            <a:endParaRPr/>
          </a:p>
        </p:txBody>
      </p:sp>
      <p:pic>
        <p:nvPicPr>
          <p:cNvPr id="371" name="Google Shape;371;p75" title="correlation_map.png"/>
          <p:cNvPicPr preferRelativeResize="0"/>
          <p:nvPr/>
        </p:nvPicPr>
        <p:blipFill>
          <a:blip r:embed="rId3">
            <a:alphaModFix/>
          </a:blip>
          <a:stretch>
            <a:fillRect/>
          </a:stretch>
        </p:blipFill>
        <p:spPr>
          <a:xfrm>
            <a:off x="1832200" y="460725"/>
            <a:ext cx="5479624" cy="46876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76"/>
          <p:cNvSpPr txBox="1">
            <a:spLocks noGrp="1"/>
          </p:cNvSpPr>
          <p:nvPr>
            <p:ph type="title"/>
          </p:nvPr>
        </p:nvSpPr>
        <p:spPr>
          <a:xfrm>
            <a:off x="311700" y="-357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EDA - Temperature</a:t>
            </a:r>
            <a:endParaRPr/>
          </a:p>
        </p:txBody>
      </p:sp>
      <p:pic>
        <p:nvPicPr>
          <p:cNvPr id="377" name="Google Shape;377;p76" title="temp_boxplot.png"/>
          <p:cNvPicPr preferRelativeResize="0"/>
          <p:nvPr/>
        </p:nvPicPr>
        <p:blipFill>
          <a:blip r:embed="rId3">
            <a:alphaModFix/>
          </a:blip>
          <a:stretch>
            <a:fillRect/>
          </a:stretch>
        </p:blipFill>
        <p:spPr>
          <a:xfrm>
            <a:off x="1592136" y="536925"/>
            <a:ext cx="5959726" cy="46065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77"/>
          <p:cNvSpPr txBox="1">
            <a:spLocks noGrp="1"/>
          </p:cNvSpPr>
          <p:nvPr>
            <p:ph type="title"/>
          </p:nvPr>
        </p:nvSpPr>
        <p:spPr>
          <a:xfrm>
            <a:off x="311700" y="-357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EDA - Relative Humidity</a:t>
            </a:r>
            <a:endParaRPr/>
          </a:p>
        </p:txBody>
      </p:sp>
      <p:pic>
        <p:nvPicPr>
          <p:cNvPr id="383" name="Google Shape;383;p77" title="humidity_boxplot.png"/>
          <p:cNvPicPr preferRelativeResize="0"/>
          <p:nvPr/>
        </p:nvPicPr>
        <p:blipFill>
          <a:blip r:embed="rId3">
            <a:alphaModFix/>
          </a:blip>
          <a:stretch>
            <a:fillRect/>
          </a:stretch>
        </p:blipFill>
        <p:spPr>
          <a:xfrm>
            <a:off x="1365242" y="536925"/>
            <a:ext cx="6413507" cy="46065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78"/>
          <p:cNvSpPr txBox="1">
            <a:spLocks noGrp="1"/>
          </p:cNvSpPr>
          <p:nvPr>
            <p:ph type="title"/>
          </p:nvPr>
        </p:nvSpPr>
        <p:spPr>
          <a:xfrm>
            <a:off x="311700" y="-357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EDA - Precipitation</a:t>
            </a:r>
            <a:endParaRPr/>
          </a:p>
        </p:txBody>
      </p:sp>
      <p:pic>
        <p:nvPicPr>
          <p:cNvPr id="389" name="Google Shape;389;p78" title="precipitation_boxplot.png"/>
          <p:cNvPicPr preferRelativeResize="0"/>
          <p:nvPr/>
        </p:nvPicPr>
        <p:blipFill>
          <a:blip r:embed="rId3">
            <a:alphaModFix/>
          </a:blip>
          <a:stretch>
            <a:fillRect/>
          </a:stretch>
        </p:blipFill>
        <p:spPr>
          <a:xfrm>
            <a:off x="1378279" y="536925"/>
            <a:ext cx="6387430" cy="4606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79"/>
          <p:cNvSpPr txBox="1">
            <a:spLocks noGrp="1"/>
          </p:cNvSpPr>
          <p:nvPr>
            <p:ph type="title"/>
          </p:nvPr>
        </p:nvSpPr>
        <p:spPr>
          <a:xfrm>
            <a:off x="311700" y="-357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EDA - wind speed and direction</a:t>
            </a:r>
            <a:endParaRPr/>
          </a:p>
        </p:txBody>
      </p:sp>
      <p:pic>
        <p:nvPicPr>
          <p:cNvPr id="395" name="Google Shape;395;p79" title="wind_boxplot.png"/>
          <p:cNvPicPr preferRelativeResize="0"/>
          <p:nvPr/>
        </p:nvPicPr>
        <p:blipFill>
          <a:blip r:embed="rId3">
            <a:alphaModFix/>
          </a:blip>
          <a:stretch>
            <a:fillRect/>
          </a:stretch>
        </p:blipFill>
        <p:spPr>
          <a:xfrm>
            <a:off x="1599659" y="536925"/>
            <a:ext cx="5944694" cy="460657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80"/>
          <p:cNvSpPr txBox="1">
            <a:spLocks noGrp="1"/>
          </p:cNvSpPr>
          <p:nvPr>
            <p:ph type="title"/>
          </p:nvPr>
        </p:nvSpPr>
        <p:spPr>
          <a:xfrm>
            <a:off x="311700" y="-357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EDA - seasonality</a:t>
            </a:r>
            <a:endParaRPr/>
          </a:p>
        </p:txBody>
      </p:sp>
      <p:pic>
        <p:nvPicPr>
          <p:cNvPr id="401" name="Google Shape;401;p80" title="seasonal_chart.png"/>
          <p:cNvPicPr preferRelativeResize="0"/>
          <p:nvPr/>
        </p:nvPicPr>
        <p:blipFill>
          <a:blip r:embed="rId3">
            <a:alphaModFix/>
          </a:blip>
          <a:stretch>
            <a:fillRect/>
          </a:stretch>
        </p:blipFill>
        <p:spPr>
          <a:xfrm>
            <a:off x="1470668" y="536925"/>
            <a:ext cx="6202655" cy="46065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pic>
        <p:nvPicPr>
          <p:cNvPr id="406" name="Google Shape;406;p81" title="conus_chart.png"/>
          <p:cNvPicPr preferRelativeResize="0"/>
          <p:nvPr/>
        </p:nvPicPr>
        <p:blipFill>
          <a:blip r:embed="rId3">
            <a:alphaModFix/>
          </a:blip>
          <a:stretch>
            <a:fillRect/>
          </a:stretch>
        </p:blipFill>
        <p:spPr>
          <a:xfrm>
            <a:off x="5912625" y="640750"/>
            <a:ext cx="3030400" cy="4014397"/>
          </a:xfrm>
          <a:prstGeom prst="rect">
            <a:avLst/>
          </a:prstGeom>
          <a:noFill/>
          <a:ln>
            <a:noFill/>
          </a:ln>
        </p:spPr>
      </p:pic>
      <p:sp>
        <p:nvSpPr>
          <p:cNvPr id="407" name="Google Shape;407;p81"/>
          <p:cNvSpPr txBox="1">
            <a:spLocks noGrp="1"/>
          </p:cNvSpPr>
          <p:nvPr>
            <p:ph type="title"/>
          </p:nvPr>
        </p:nvSpPr>
        <p:spPr>
          <a:xfrm>
            <a:off x="311700" y="-357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EDA - class imbalance</a:t>
            </a:r>
            <a:endParaRPr/>
          </a:p>
        </p:txBody>
      </p:sp>
      <p:sp>
        <p:nvSpPr>
          <p:cNvPr id="408" name="Google Shape;408;p81"/>
          <p:cNvSpPr txBox="1"/>
          <p:nvPr/>
        </p:nvSpPr>
        <p:spPr>
          <a:xfrm>
            <a:off x="138350" y="535200"/>
            <a:ext cx="6489600" cy="42255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lt1"/>
              </a:buClr>
              <a:buSzPts val="1800"/>
              <a:buFont typeface="Raleway"/>
              <a:buChar char="●"/>
            </a:pPr>
            <a:r>
              <a:rPr lang="en" sz="1800">
                <a:solidFill>
                  <a:schemeClr val="lt1"/>
                </a:solidFill>
                <a:latin typeface="Raleway"/>
                <a:ea typeface="Raleway"/>
                <a:cs typeface="Raleway"/>
                <a:sym typeface="Raleway"/>
              </a:rPr>
              <a:t>Slight imbalance in training dataset binary outcome (64% days without a fire), moderate risk of:</a:t>
            </a:r>
            <a:endParaRPr sz="1800">
              <a:solidFill>
                <a:schemeClr val="lt1"/>
              </a:solidFill>
              <a:latin typeface="Raleway"/>
              <a:ea typeface="Raleway"/>
              <a:cs typeface="Raleway"/>
              <a:sym typeface="Raleway"/>
            </a:endParaRPr>
          </a:p>
          <a:p>
            <a:pPr marL="914400" lvl="1" indent="-330200" algn="l" rtl="0">
              <a:lnSpc>
                <a:spcPct val="115000"/>
              </a:lnSpc>
              <a:spcBef>
                <a:spcPts val="0"/>
              </a:spcBef>
              <a:spcAft>
                <a:spcPts val="0"/>
              </a:spcAft>
              <a:buClr>
                <a:schemeClr val="lt1"/>
              </a:buClr>
              <a:buSzPts val="1600"/>
              <a:buFont typeface="Raleway"/>
              <a:buChar char="○"/>
            </a:pPr>
            <a:r>
              <a:rPr lang="en" sz="1600">
                <a:solidFill>
                  <a:schemeClr val="lt1"/>
                </a:solidFill>
                <a:latin typeface="Raleway"/>
                <a:ea typeface="Raleway"/>
                <a:cs typeface="Raleway"/>
                <a:sym typeface="Raleway"/>
              </a:rPr>
              <a:t>High accuracy but lower recall</a:t>
            </a:r>
            <a:endParaRPr sz="1600">
              <a:solidFill>
                <a:schemeClr val="lt1"/>
              </a:solidFill>
              <a:latin typeface="Raleway"/>
              <a:ea typeface="Raleway"/>
              <a:cs typeface="Raleway"/>
              <a:sym typeface="Raleway"/>
            </a:endParaRPr>
          </a:p>
          <a:p>
            <a:pPr marL="914400" lvl="1" indent="-330200" algn="l" rtl="0">
              <a:lnSpc>
                <a:spcPct val="115000"/>
              </a:lnSpc>
              <a:spcBef>
                <a:spcPts val="0"/>
              </a:spcBef>
              <a:spcAft>
                <a:spcPts val="0"/>
              </a:spcAft>
              <a:buClr>
                <a:schemeClr val="lt1"/>
              </a:buClr>
              <a:buSzPts val="1600"/>
              <a:buFont typeface="Raleway"/>
              <a:buChar char="○"/>
            </a:pPr>
            <a:r>
              <a:rPr lang="en" sz="1600">
                <a:solidFill>
                  <a:schemeClr val="lt1"/>
                </a:solidFill>
                <a:latin typeface="Raleway"/>
                <a:ea typeface="Raleway"/>
                <a:cs typeface="Raleway"/>
                <a:sym typeface="Raleway"/>
              </a:rPr>
              <a:t>overfitting</a:t>
            </a:r>
            <a:endParaRPr sz="1600">
              <a:solidFill>
                <a:schemeClr val="lt1"/>
              </a:solidFill>
              <a:latin typeface="Raleway"/>
              <a:ea typeface="Raleway"/>
              <a:cs typeface="Raleway"/>
              <a:sym typeface="Raleway"/>
            </a:endParaRPr>
          </a:p>
          <a:p>
            <a:pPr marL="457200" lvl="0" indent="0" algn="l" rtl="0">
              <a:lnSpc>
                <a:spcPct val="115000"/>
              </a:lnSpc>
              <a:spcBef>
                <a:spcPts val="0"/>
              </a:spcBef>
              <a:spcAft>
                <a:spcPts val="0"/>
              </a:spcAft>
              <a:buNone/>
            </a:pPr>
            <a:endParaRPr sz="1800">
              <a:solidFill>
                <a:schemeClr val="lt1"/>
              </a:solidFill>
              <a:latin typeface="Raleway"/>
              <a:ea typeface="Raleway"/>
              <a:cs typeface="Raleway"/>
              <a:sym typeface="Raleway"/>
            </a:endParaRPr>
          </a:p>
          <a:p>
            <a:pPr marL="457200" lvl="0" indent="-342900" algn="l" rtl="0">
              <a:lnSpc>
                <a:spcPct val="115000"/>
              </a:lnSpc>
              <a:spcBef>
                <a:spcPts val="0"/>
              </a:spcBef>
              <a:spcAft>
                <a:spcPts val="0"/>
              </a:spcAft>
              <a:buClr>
                <a:schemeClr val="lt1"/>
              </a:buClr>
              <a:buSzPts val="1800"/>
              <a:buFont typeface="Raleway"/>
              <a:buChar char="●"/>
            </a:pPr>
            <a:r>
              <a:rPr lang="en" sz="1800">
                <a:solidFill>
                  <a:schemeClr val="lt1"/>
                </a:solidFill>
                <a:latin typeface="Raleway"/>
                <a:ea typeface="Raleway"/>
                <a:cs typeface="Raleway"/>
                <a:sym typeface="Raleway"/>
              </a:rPr>
              <a:t>Fire prevalence varies widely by climate region</a:t>
            </a:r>
            <a:endParaRPr sz="1800">
              <a:solidFill>
                <a:schemeClr val="lt1"/>
              </a:solidFill>
              <a:latin typeface="Raleway"/>
              <a:ea typeface="Raleway"/>
              <a:cs typeface="Raleway"/>
              <a:sym typeface="Raleway"/>
            </a:endParaRPr>
          </a:p>
          <a:p>
            <a:pPr marL="914400" lvl="1" indent="-330200" algn="l" rtl="0">
              <a:lnSpc>
                <a:spcPct val="115000"/>
              </a:lnSpc>
              <a:spcBef>
                <a:spcPts val="0"/>
              </a:spcBef>
              <a:spcAft>
                <a:spcPts val="0"/>
              </a:spcAft>
              <a:buClr>
                <a:schemeClr val="lt1"/>
              </a:buClr>
              <a:buSzPts val="1600"/>
              <a:buFont typeface="Raleway"/>
              <a:buChar char="○"/>
            </a:pPr>
            <a:r>
              <a:rPr lang="en" sz="1600">
                <a:solidFill>
                  <a:schemeClr val="lt1"/>
                </a:solidFill>
                <a:latin typeface="Raleway"/>
                <a:ea typeface="Raleway"/>
                <a:cs typeface="Raleway"/>
                <a:sym typeface="Raleway"/>
              </a:rPr>
              <a:t>178 examples in Northeast Inter. Basins</a:t>
            </a:r>
            <a:endParaRPr sz="1600">
              <a:solidFill>
                <a:schemeClr val="lt1"/>
              </a:solidFill>
              <a:latin typeface="Raleway"/>
              <a:ea typeface="Raleway"/>
              <a:cs typeface="Raleway"/>
              <a:sym typeface="Raleway"/>
            </a:endParaRPr>
          </a:p>
          <a:p>
            <a:pPr marL="914400" lvl="1" indent="-330200" algn="l" rtl="0">
              <a:lnSpc>
                <a:spcPct val="115000"/>
              </a:lnSpc>
              <a:spcBef>
                <a:spcPts val="0"/>
              </a:spcBef>
              <a:spcAft>
                <a:spcPts val="0"/>
              </a:spcAft>
              <a:buClr>
                <a:schemeClr val="lt1"/>
              </a:buClr>
              <a:buSzPts val="1600"/>
              <a:buFont typeface="Raleway"/>
              <a:buChar char="○"/>
            </a:pPr>
            <a:r>
              <a:rPr lang="en" sz="1600">
                <a:solidFill>
                  <a:schemeClr val="lt1"/>
                </a:solidFill>
                <a:latin typeface="Raleway"/>
                <a:ea typeface="Raleway"/>
                <a:cs typeface="Raleway"/>
                <a:sym typeface="Raleway"/>
              </a:rPr>
              <a:t>1,562 examples in San Joaquin Drainage</a:t>
            </a:r>
            <a:endParaRPr sz="1600">
              <a:solidFill>
                <a:schemeClr val="lt1"/>
              </a:solidFill>
              <a:latin typeface="Raleway"/>
              <a:ea typeface="Raleway"/>
              <a:cs typeface="Raleway"/>
              <a:sym typeface="Raleway"/>
            </a:endParaRPr>
          </a:p>
          <a:p>
            <a:pPr marL="914400" lvl="1" indent="-330200" algn="l" rtl="0">
              <a:lnSpc>
                <a:spcPct val="115000"/>
              </a:lnSpc>
              <a:spcBef>
                <a:spcPts val="0"/>
              </a:spcBef>
              <a:spcAft>
                <a:spcPts val="0"/>
              </a:spcAft>
              <a:buClr>
                <a:schemeClr val="lt1"/>
              </a:buClr>
              <a:buSzPts val="1600"/>
              <a:buFont typeface="Raleway"/>
              <a:buChar char="○"/>
            </a:pPr>
            <a:r>
              <a:rPr lang="en" sz="1600">
                <a:solidFill>
                  <a:schemeClr val="lt1"/>
                </a:solidFill>
                <a:latin typeface="Raleway"/>
                <a:ea typeface="Raleway"/>
                <a:cs typeface="Raleway"/>
                <a:sym typeface="Raleway"/>
              </a:rPr>
              <a:t>Nearly 9-fold difference b/w smallest and largest classes</a:t>
            </a:r>
            <a:endParaRPr sz="1600">
              <a:solidFill>
                <a:schemeClr val="lt1"/>
              </a:solidFill>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2"/>
        <p:cNvGrpSpPr/>
        <p:nvPr/>
      </p:nvGrpSpPr>
      <p:grpSpPr>
        <a:xfrm>
          <a:off x="0" y="0"/>
          <a:ext cx="0" cy="0"/>
          <a:chOff x="0" y="0"/>
          <a:chExt cx="0" cy="0"/>
        </a:xfrm>
      </p:grpSpPr>
      <p:sp>
        <p:nvSpPr>
          <p:cNvPr id="413" name="Google Shape;413;p82"/>
          <p:cNvSpPr txBox="1">
            <a:spLocks noGrp="1"/>
          </p:cNvSpPr>
          <p:nvPr>
            <p:ph type="title"/>
          </p:nvPr>
        </p:nvSpPr>
        <p:spPr>
          <a:xfrm>
            <a:off x="311700" y="380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Experiment Summary: Baseline and Advanced</a:t>
            </a:r>
            <a:endParaRPr/>
          </a:p>
        </p:txBody>
      </p:sp>
      <p:sp>
        <p:nvSpPr>
          <p:cNvPr id="414" name="Google Shape;414;p82"/>
          <p:cNvSpPr txBox="1">
            <a:spLocks noGrp="1"/>
          </p:cNvSpPr>
          <p:nvPr>
            <p:ph type="title" idx="5"/>
          </p:nvPr>
        </p:nvSpPr>
        <p:spPr>
          <a:xfrm>
            <a:off x="2275001" y="2726197"/>
            <a:ext cx="881100" cy="37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rPr>
              <a:t>60%</a:t>
            </a:r>
            <a:endParaRPr sz="2400">
              <a:solidFill>
                <a:schemeClr val="dk1"/>
              </a:solidFill>
            </a:endParaRPr>
          </a:p>
        </p:txBody>
      </p:sp>
      <p:sp>
        <p:nvSpPr>
          <p:cNvPr id="415" name="Google Shape;415;p82"/>
          <p:cNvSpPr txBox="1">
            <a:spLocks noGrp="1"/>
          </p:cNvSpPr>
          <p:nvPr>
            <p:ph type="title" idx="6"/>
          </p:nvPr>
        </p:nvSpPr>
        <p:spPr>
          <a:xfrm>
            <a:off x="5258474" y="2726197"/>
            <a:ext cx="881100" cy="37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rPr>
              <a:t>20%</a:t>
            </a:r>
            <a:endParaRPr sz="2400">
              <a:solidFill>
                <a:schemeClr val="dk1"/>
              </a:solidFill>
            </a:endParaRPr>
          </a:p>
        </p:txBody>
      </p:sp>
      <p:graphicFrame>
        <p:nvGraphicFramePr>
          <p:cNvPr id="416" name="Google Shape;416;p82"/>
          <p:cNvGraphicFramePr/>
          <p:nvPr/>
        </p:nvGraphicFramePr>
        <p:xfrm>
          <a:off x="184925" y="694700"/>
          <a:ext cx="3000000" cy="3000000"/>
        </p:xfrm>
        <a:graphic>
          <a:graphicData uri="http://schemas.openxmlformats.org/drawingml/2006/table">
            <a:tbl>
              <a:tblPr>
                <a:noFill/>
                <a:tableStyleId>{6BFE5DE2-A58F-4E92-B6AB-F7E17E8FF10C}</a:tableStyleId>
              </a:tblPr>
              <a:tblGrid>
                <a:gridCol w="451100">
                  <a:extLst>
                    <a:ext uri="{9D8B030D-6E8A-4147-A177-3AD203B41FA5}">
                      <a16:colId xmlns:a16="http://schemas.microsoft.com/office/drawing/2014/main" val="20000"/>
                    </a:ext>
                  </a:extLst>
                </a:gridCol>
                <a:gridCol w="2071350">
                  <a:extLst>
                    <a:ext uri="{9D8B030D-6E8A-4147-A177-3AD203B41FA5}">
                      <a16:colId xmlns:a16="http://schemas.microsoft.com/office/drawing/2014/main" val="20001"/>
                    </a:ext>
                  </a:extLst>
                </a:gridCol>
                <a:gridCol w="1261225">
                  <a:extLst>
                    <a:ext uri="{9D8B030D-6E8A-4147-A177-3AD203B41FA5}">
                      <a16:colId xmlns:a16="http://schemas.microsoft.com/office/drawing/2014/main" val="20002"/>
                    </a:ext>
                  </a:extLst>
                </a:gridCol>
                <a:gridCol w="1646375">
                  <a:extLst>
                    <a:ext uri="{9D8B030D-6E8A-4147-A177-3AD203B41FA5}">
                      <a16:colId xmlns:a16="http://schemas.microsoft.com/office/drawing/2014/main" val="20003"/>
                    </a:ext>
                  </a:extLst>
                </a:gridCol>
                <a:gridCol w="700550">
                  <a:extLst>
                    <a:ext uri="{9D8B030D-6E8A-4147-A177-3AD203B41FA5}">
                      <a16:colId xmlns:a16="http://schemas.microsoft.com/office/drawing/2014/main" val="20004"/>
                    </a:ext>
                  </a:extLst>
                </a:gridCol>
                <a:gridCol w="1436750">
                  <a:extLst>
                    <a:ext uri="{9D8B030D-6E8A-4147-A177-3AD203B41FA5}">
                      <a16:colId xmlns:a16="http://schemas.microsoft.com/office/drawing/2014/main" val="20005"/>
                    </a:ext>
                  </a:extLst>
                </a:gridCol>
                <a:gridCol w="1261225">
                  <a:extLst>
                    <a:ext uri="{9D8B030D-6E8A-4147-A177-3AD203B41FA5}">
                      <a16:colId xmlns:a16="http://schemas.microsoft.com/office/drawing/2014/main" val="20006"/>
                    </a:ext>
                  </a:extLst>
                </a:gridCol>
              </a:tblGrid>
              <a:tr h="342575">
                <a:tc>
                  <a:txBody>
                    <a:bodyPr/>
                    <a:lstStyle/>
                    <a:p>
                      <a:pPr marL="0" lvl="0" indent="0" algn="ctr" rtl="0">
                        <a:spcBef>
                          <a:spcPts val="0"/>
                        </a:spcBef>
                        <a:spcAft>
                          <a:spcPts val="0"/>
                        </a:spcAft>
                        <a:buNone/>
                      </a:pPr>
                      <a:r>
                        <a:rPr lang="en" sz="700">
                          <a:solidFill>
                            <a:schemeClr val="lt1"/>
                          </a:solidFill>
                        </a:rPr>
                        <a:t>Item #</a:t>
                      </a:r>
                      <a:endParaRPr sz="700">
                        <a:solidFill>
                          <a:schemeClr val="lt1"/>
                        </a:solidFill>
                      </a:endParaRPr>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700">
                          <a:solidFill>
                            <a:schemeClr val="lt1"/>
                          </a:solidFill>
                        </a:rPr>
                        <a:t>Purpose</a:t>
                      </a:r>
                      <a:endParaRPr sz="700">
                        <a:solidFill>
                          <a:schemeClr val="lt1"/>
                        </a:solidFill>
                      </a:endParaRPr>
                    </a:p>
                  </a:txBody>
                  <a:tcPr marL="91425" marR="91425" marT="91425" marB="91425">
                    <a:solidFill>
                      <a:schemeClr val="dk1"/>
                    </a:solidFill>
                  </a:tcPr>
                </a:tc>
                <a:tc>
                  <a:txBody>
                    <a:bodyPr/>
                    <a:lstStyle/>
                    <a:p>
                      <a:pPr marL="0" lvl="0" indent="0" algn="ctr" rtl="0">
                        <a:spcBef>
                          <a:spcPts val="0"/>
                        </a:spcBef>
                        <a:spcAft>
                          <a:spcPts val="0"/>
                        </a:spcAft>
                        <a:buClr>
                          <a:schemeClr val="dk1"/>
                        </a:buClr>
                        <a:buSzPts val="1100"/>
                        <a:buFont typeface="Arial"/>
                        <a:buNone/>
                      </a:pPr>
                      <a:r>
                        <a:rPr lang="en" sz="700">
                          <a:solidFill>
                            <a:schemeClr val="lt1"/>
                          </a:solidFill>
                        </a:rPr>
                        <a:t>ML Model </a:t>
                      </a:r>
                      <a:endParaRPr sz="700">
                        <a:solidFill>
                          <a:schemeClr val="lt1"/>
                        </a:solidFill>
                      </a:endParaRPr>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700">
                          <a:solidFill>
                            <a:schemeClr val="lt1"/>
                          </a:solidFill>
                        </a:rPr>
                        <a:t>Test Evaluation Metric </a:t>
                      </a:r>
                      <a:endParaRPr sz="700">
                        <a:solidFill>
                          <a:schemeClr val="lt1"/>
                        </a:solidFill>
                      </a:endParaRPr>
                    </a:p>
                  </a:txBody>
                  <a:tcPr marL="91425" marR="91425" marT="91425" marB="91425"/>
                </a:tc>
                <a:tc>
                  <a:txBody>
                    <a:bodyPr/>
                    <a:lstStyle/>
                    <a:p>
                      <a:pPr marL="0" lvl="0" indent="0" algn="ctr" rtl="0">
                        <a:spcBef>
                          <a:spcPts val="0"/>
                        </a:spcBef>
                        <a:spcAft>
                          <a:spcPts val="0"/>
                        </a:spcAft>
                        <a:buNone/>
                      </a:pPr>
                      <a:r>
                        <a:rPr lang="en" sz="700">
                          <a:solidFill>
                            <a:schemeClr val="lt1"/>
                          </a:solidFill>
                        </a:rPr>
                        <a:t>% Improve </a:t>
                      </a:r>
                      <a:endParaRPr sz="700">
                        <a:solidFill>
                          <a:schemeClr val="lt1"/>
                        </a:solidFill>
                      </a:endParaRPr>
                    </a:p>
                    <a:p>
                      <a:pPr marL="0" lvl="0" indent="0" algn="ctr" rtl="0">
                        <a:spcBef>
                          <a:spcPts val="0"/>
                        </a:spcBef>
                        <a:spcAft>
                          <a:spcPts val="0"/>
                        </a:spcAft>
                        <a:buClr>
                          <a:schemeClr val="dk1"/>
                        </a:buClr>
                        <a:buSzPts val="1100"/>
                        <a:buFont typeface="Arial"/>
                        <a:buNone/>
                      </a:pPr>
                      <a:r>
                        <a:rPr lang="en" sz="700">
                          <a:solidFill>
                            <a:schemeClr val="lt1"/>
                          </a:solidFill>
                        </a:rPr>
                        <a:t>Over Baseline</a:t>
                      </a:r>
                      <a:endParaRPr sz="700">
                        <a:solidFill>
                          <a:schemeClr val="lt1"/>
                        </a:solidFill>
                      </a:endParaRPr>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700">
                          <a:solidFill>
                            <a:schemeClr val="lt1"/>
                          </a:solidFill>
                        </a:rPr>
                        <a:t>Features and Labels</a:t>
                      </a:r>
                      <a:endParaRPr sz="700">
                        <a:solidFill>
                          <a:schemeClr val="lt1"/>
                        </a:solidFill>
                      </a:endParaRPr>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700">
                          <a:solidFill>
                            <a:schemeClr val="lt1"/>
                          </a:solidFill>
                        </a:rPr>
                        <a:t>Hyper Parameters</a:t>
                      </a:r>
                      <a:endParaRPr sz="700">
                        <a:solidFill>
                          <a:schemeClr val="lt1"/>
                        </a:solidFill>
                      </a:endParaRPr>
                    </a:p>
                  </a:txBody>
                  <a:tcPr marL="91425" marR="91425" marT="91425" marB="91425"/>
                </a:tc>
                <a:extLst>
                  <a:ext uri="{0D108BD9-81ED-4DB2-BD59-A6C34878D82A}">
                    <a16:rowId xmlns:a16="http://schemas.microsoft.com/office/drawing/2014/main" val="10000"/>
                  </a:ext>
                </a:extLst>
              </a:tr>
              <a:tr h="428575">
                <a:tc>
                  <a:txBody>
                    <a:bodyPr/>
                    <a:lstStyle/>
                    <a:p>
                      <a:pPr marL="0" lvl="0" indent="0" algn="ctr" rtl="0">
                        <a:spcBef>
                          <a:spcPts val="0"/>
                        </a:spcBef>
                        <a:spcAft>
                          <a:spcPts val="0"/>
                        </a:spcAft>
                        <a:buNone/>
                      </a:pPr>
                      <a:r>
                        <a:rPr lang="en" sz="800">
                          <a:solidFill>
                            <a:schemeClr val="lt1"/>
                          </a:solidFill>
                        </a:rPr>
                        <a:t>1</a:t>
                      </a:r>
                      <a:endParaRPr sz="800">
                        <a:solidFill>
                          <a:schemeClr val="lt1"/>
                        </a:solidFill>
                      </a:endParaRPr>
                    </a:p>
                  </a:txBody>
                  <a:tcPr marL="91425" marR="91425" marT="91425" marB="91425"/>
                </a:tc>
                <a:tc>
                  <a:txBody>
                    <a:bodyPr/>
                    <a:lstStyle/>
                    <a:p>
                      <a:pPr marL="0" lvl="0" indent="0" algn="l" rtl="0">
                        <a:spcBef>
                          <a:spcPts val="0"/>
                        </a:spcBef>
                        <a:spcAft>
                          <a:spcPts val="0"/>
                        </a:spcAft>
                        <a:buNone/>
                      </a:pPr>
                      <a:r>
                        <a:rPr lang="en" sz="700">
                          <a:solidFill>
                            <a:schemeClr val="lt1"/>
                          </a:solidFill>
                        </a:rPr>
                        <a:t>Short-term wildfire outbreak prediction model for California (3, 7, and 14-day forecasts)</a:t>
                      </a:r>
                      <a:endParaRPr sz="700">
                        <a:solidFill>
                          <a:schemeClr val="lt1"/>
                        </a:solidFill>
                      </a:endParaRPr>
                    </a:p>
                    <a:p>
                      <a:pPr marL="0" lvl="0" indent="0" algn="l" rtl="0">
                        <a:spcBef>
                          <a:spcPts val="0"/>
                        </a:spcBef>
                        <a:spcAft>
                          <a:spcPts val="0"/>
                        </a:spcAft>
                        <a:buClr>
                          <a:schemeClr val="dk1"/>
                        </a:buClr>
                        <a:buSzPts val="1100"/>
                        <a:buFont typeface="Arial"/>
                        <a:buNone/>
                      </a:pPr>
                      <a:endParaRPr sz="700">
                        <a:solidFill>
                          <a:schemeClr val="lt1"/>
                        </a:solidFill>
                      </a:endParaRPr>
                    </a:p>
                    <a:p>
                      <a:pPr marL="0" lvl="0" indent="0" algn="l" rtl="0">
                        <a:spcBef>
                          <a:spcPts val="0"/>
                        </a:spcBef>
                        <a:spcAft>
                          <a:spcPts val="0"/>
                        </a:spcAft>
                        <a:buNone/>
                      </a:pPr>
                      <a:r>
                        <a:rPr lang="en" sz="700">
                          <a:solidFill>
                            <a:schemeClr val="lt1"/>
                          </a:solidFill>
                        </a:rPr>
                        <a:t>Targets outbreak prediction at the CONUS climate division level within California</a:t>
                      </a:r>
                      <a:endParaRPr sz="400">
                        <a:solidFill>
                          <a:schemeClr val="lt1"/>
                        </a:solidFill>
                      </a:endParaRPr>
                    </a:p>
                  </a:txBody>
                  <a:tcPr marL="91425" marR="91425" marT="91425" marB="91425"/>
                </a:tc>
                <a:tc>
                  <a:txBody>
                    <a:bodyPr/>
                    <a:lstStyle/>
                    <a:p>
                      <a:pPr marL="0" lvl="0" indent="0" algn="l" rtl="0">
                        <a:spcBef>
                          <a:spcPts val="0"/>
                        </a:spcBef>
                        <a:spcAft>
                          <a:spcPts val="0"/>
                        </a:spcAft>
                        <a:buNone/>
                      </a:pPr>
                      <a:r>
                        <a:rPr lang="en" sz="700">
                          <a:solidFill>
                            <a:schemeClr val="lt1"/>
                          </a:solidFill>
                        </a:rPr>
                        <a:t>Baseline</a:t>
                      </a:r>
                      <a:endParaRPr sz="700">
                        <a:solidFill>
                          <a:schemeClr val="lt1"/>
                        </a:solidFill>
                      </a:endParaRPr>
                    </a:p>
                    <a:p>
                      <a:pPr marL="0" lvl="0" indent="0" algn="l" rtl="0">
                        <a:spcBef>
                          <a:spcPts val="0"/>
                        </a:spcBef>
                        <a:spcAft>
                          <a:spcPts val="0"/>
                        </a:spcAft>
                        <a:buNone/>
                      </a:pPr>
                      <a:r>
                        <a:rPr lang="en" sz="700">
                          <a:solidFill>
                            <a:schemeClr val="lt1"/>
                          </a:solidFill>
                        </a:rPr>
                        <a:t>Logistic regression</a:t>
                      </a:r>
                      <a:endParaRPr sz="700">
                        <a:solidFill>
                          <a:schemeClr val="lt1"/>
                        </a:solidFill>
                      </a:endParaRPr>
                    </a:p>
                    <a:p>
                      <a:pPr marL="0" lvl="0" indent="0" algn="l" rtl="0">
                        <a:spcBef>
                          <a:spcPts val="0"/>
                        </a:spcBef>
                        <a:spcAft>
                          <a:spcPts val="0"/>
                        </a:spcAft>
                        <a:buNone/>
                      </a:pPr>
                      <a:r>
                        <a:rPr lang="en" sz="700">
                          <a:solidFill>
                            <a:schemeClr val="lt1"/>
                          </a:solidFill>
                        </a:rPr>
                        <a:t>(SciKit Learn)</a:t>
                      </a:r>
                      <a:endParaRPr sz="700">
                        <a:solidFill>
                          <a:schemeClr val="lt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450">
                          <a:solidFill>
                            <a:srgbClr val="D8DEE9"/>
                          </a:solidFill>
                          <a:latin typeface="Courier New"/>
                          <a:ea typeface="Courier New"/>
                          <a:cs typeface="Courier New"/>
                          <a:sym typeface="Courier New"/>
                        </a:rPr>
                        <a:t> </a:t>
                      </a:r>
                      <a:r>
                        <a:rPr lang="en" sz="450" b="1">
                          <a:solidFill>
                            <a:srgbClr val="D8DEE9"/>
                          </a:solidFill>
                          <a:latin typeface="Courier New"/>
                          <a:ea typeface="Courier New"/>
                          <a:cs typeface="Courier New"/>
                          <a:sym typeface="Courier New"/>
                        </a:rPr>
                        <a:t>   Accuracy  Precision  Recall  F1  </a:t>
                      </a:r>
                      <a:endParaRPr sz="450" b="1">
                        <a:solidFill>
                          <a:srgbClr val="D8DEE9"/>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450" b="1">
                          <a:solidFill>
                            <a:srgbClr val="D8DEE9"/>
                          </a:solidFill>
                          <a:latin typeface="Courier New"/>
                          <a:ea typeface="Courier New"/>
                          <a:cs typeface="Courier New"/>
                          <a:sym typeface="Courier New"/>
                        </a:rPr>
                        <a:t>y_3  0.453      0.506   0.453  0.473</a:t>
                      </a:r>
                      <a:endParaRPr sz="450" b="1">
                        <a:solidFill>
                          <a:srgbClr val="D8DEE9"/>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450" b="1">
                          <a:solidFill>
                            <a:srgbClr val="D8DEE9"/>
                          </a:solidFill>
                          <a:latin typeface="Courier New"/>
                          <a:ea typeface="Courier New"/>
                          <a:cs typeface="Courier New"/>
                          <a:sym typeface="Courier New"/>
                        </a:rPr>
                        <a:t>y_7  0.320      0.404   0.320  0.349</a:t>
                      </a:r>
                      <a:endParaRPr sz="45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450" b="1">
                          <a:solidFill>
                            <a:srgbClr val="D8DEE9"/>
                          </a:solidFill>
                          <a:latin typeface="Courier New"/>
                          <a:ea typeface="Courier New"/>
                          <a:cs typeface="Courier New"/>
                          <a:sym typeface="Courier New"/>
                        </a:rPr>
                        <a:t>y_14 0.232      0.318   0.232  0.260</a:t>
                      </a:r>
                      <a:endParaRPr sz="450" b="1">
                        <a:solidFill>
                          <a:srgbClr val="D8DEE9"/>
                        </a:solidFill>
                        <a:latin typeface="Courier New"/>
                        <a:ea typeface="Courier New"/>
                        <a:cs typeface="Courier New"/>
                        <a:sym typeface="Courier New"/>
                      </a:endParaRPr>
                    </a:p>
                  </a:txBody>
                  <a:tcPr marL="91425" marR="91425" marT="91425" marB="91425"/>
                </a:tc>
                <a:tc>
                  <a:txBody>
                    <a:bodyPr/>
                    <a:lstStyle/>
                    <a:p>
                      <a:pPr marL="0" lvl="0" indent="0" algn="ctr" rtl="0">
                        <a:spcBef>
                          <a:spcPts val="0"/>
                        </a:spcBef>
                        <a:spcAft>
                          <a:spcPts val="0"/>
                        </a:spcAft>
                        <a:buNone/>
                      </a:pPr>
                      <a:r>
                        <a:rPr lang="en" sz="700">
                          <a:solidFill>
                            <a:schemeClr val="lt1"/>
                          </a:solidFill>
                        </a:rPr>
                        <a:t>Not Applicable</a:t>
                      </a:r>
                      <a:endParaRPr sz="700">
                        <a:solidFill>
                          <a:schemeClr val="lt1"/>
                        </a:solidFill>
                      </a:endParaRPr>
                    </a:p>
                  </a:txBody>
                  <a:tcPr marL="91425" marR="91425" marT="91425" marB="91425"/>
                </a:tc>
                <a:tc>
                  <a:txBody>
                    <a:bodyPr/>
                    <a:lstStyle/>
                    <a:p>
                      <a:pPr marL="0" lvl="0" indent="0" algn="l" rtl="0">
                        <a:spcBef>
                          <a:spcPts val="0"/>
                        </a:spcBef>
                        <a:spcAft>
                          <a:spcPts val="0"/>
                        </a:spcAft>
                        <a:buNone/>
                      </a:pPr>
                      <a:r>
                        <a:rPr lang="en" sz="700" b="1">
                          <a:solidFill>
                            <a:schemeClr val="lt1"/>
                          </a:solidFill>
                        </a:rPr>
                        <a:t>Labels:</a:t>
                      </a:r>
                      <a:r>
                        <a:rPr lang="en" sz="700">
                          <a:solidFill>
                            <a:schemeClr val="lt1"/>
                          </a:solidFill>
                        </a:rPr>
                        <a:t> 3, 7, 14 days forecasts, CONUS climate divisions</a:t>
                      </a:r>
                      <a:endParaRPr sz="700">
                        <a:solidFill>
                          <a:schemeClr val="lt1"/>
                        </a:solidFill>
                      </a:endParaRPr>
                    </a:p>
                    <a:p>
                      <a:pPr marL="0" lvl="0" indent="0" algn="l" rtl="0">
                        <a:spcBef>
                          <a:spcPts val="0"/>
                        </a:spcBef>
                        <a:spcAft>
                          <a:spcPts val="0"/>
                        </a:spcAft>
                        <a:buNone/>
                      </a:pPr>
                      <a:r>
                        <a:rPr lang="en" sz="700" b="1">
                          <a:solidFill>
                            <a:schemeClr val="lt1"/>
                          </a:solidFill>
                        </a:rPr>
                        <a:t>Features:</a:t>
                      </a:r>
                      <a:r>
                        <a:rPr lang="en" sz="700">
                          <a:solidFill>
                            <a:schemeClr val="lt1"/>
                          </a:solidFill>
                        </a:rPr>
                        <a:t> Geolocated Fire and weather data</a:t>
                      </a:r>
                      <a:endParaRPr sz="700">
                        <a:solidFill>
                          <a:schemeClr val="lt1"/>
                        </a:solidFill>
                      </a:endParaRPr>
                    </a:p>
                  </a:txBody>
                  <a:tcPr marL="91425" marR="91425" marT="91425" marB="91425"/>
                </a:tc>
                <a:tc>
                  <a:txBody>
                    <a:bodyPr/>
                    <a:lstStyle/>
                    <a:p>
                      <a:pPr marL="0" marR="0" lvl="0" indent="0" algn="l" rtl="0">
                        <a:lnSpc>
                          <a:spcPct val="100000"/>
                        </a:lnSpc>
                        <a:spcBef>
                          <a:spcPts val="0"/>
                        </a:spcBef>
                        <a:spcAft>
                          <a:spcPts val="0"/>
                        </a:spcAft>
                        <a:buNone/>
                      </a:pPr>
                      <a:r>
                        <a:rPr lang="en" sz="500">
                          <a:solidFill>
                            <a:schemeClr val="lt1"/>
                          </a:solidFill>
                        </a:rPr>
                        <a:t>Algo: Multinomial Logistic Regression</a:t>
                      </a:r>
                      <a:endParaRPr sz="500">
                        <a:solidFill>
                          <a:schemeClr val="lt1"/>
                        </a:solidFill>
                      </a:endParaRPr>
                    </a:p>
                    <a:p>
                      <a:pPr marL="0" marR="0" lvl="0" indent="0" algn="l" rtl="0">
                        <a:lnSpc>
                          <a:spcPct val="100000"/>
                        </a:lnSpc>
                        <a:spcBef>
                          <a:spcPts val="0"/>
                        </a:spcBef>
                        <a:spcAft>
                          <a:spcPts val="0"/>
                        </a:spcAft>
                        <a:buNone/>
                      </a:pPr>
                      <a:r>
                        <a:rPr lang="en" sz="500">
                          <a:solidFill>
                            <a:schemeClr val="lt1"/>
                          </a:solidFill>
                        </a:rPr>
                        <a:t>Regularization Strength: C=1.0 </a:t>
                      </a:r>
                      <a:endParaRPr sz="500">
                        <a:solidFill>
                          <a:schemeClr val="lt1"/>
                        </a:solidFill>
                      </a:endParaRPr>
                    </a:p>
                    <a:p>
                      <a:pPr marL="0" marR="0" lvl="0" indent="0" algn="l" rtl="0">
                        <a:lnSpc>
                          <a:spcPct val="100000"/>
                        </a:lnSpc>
                        <a:spcBef>
                          <a:spcPts val="0"/>
                        </a:spcBef>
                        <a:spcAft>
                          <a:spcPts val="0"/>
                        </a:spcAft>
                        <a:buNone/>
                      </a:pPr>
                      <a:r>
                        <a:rPr lang="en" sz="500">
                          <a:solidFill>
                            <a:schemeClr val="lt1"/>
                          </a:solidFill>
                        </a:rPr>
                        <a:t>Solver: LBFGS</a:t>
                      </a:r>
                      <a:endParaRPr sz="500">
                        <a:solidFill>
                          <a:schemeClr val="lt1"/>
                        </a:solidFill>
                      </a:endParaRPr>
                    </a:p>
                    <a:p>
                      <a:pPr marL="0" marR="0" lvl="0" indent="0" algn="l" rtl="0">
                        <a:lnSpc>
                          <a:spcPct val="100000"/>
                        </a:lnSpc>
                        <a:spcBef>
                          <a:spcPts val="0"/>
                        </a:spcBef>
                        <a:spcAft>
                          <a:spcPts val="0"/>
                        </a:spcAft>
                        <a:buNone/>
                      </a:pPr>
                      <a:r>
                        <a:rPr lang="en" sz="500">
                          <a:solidFill>
                            <a:schemeClr val="lt1"/>
                          </a:solidFill>
                        </a:rPr>
                        <a:t>Class Weighting: Balanced</a:t>
                      </a:r>
                      <a:endParaRPr sz="500">
                        <a:solidFill>
                          <a:schemeClr val="lt1"/>
                        </a:solidFill>
                      </a:endParaRPr>
                    </a:p>
                    <a:p>
                      <a:pPr marL="0" marR="0" lvl="0" indent="0" algn="l" rtl="0">
                        <a:lnSpc>
                          <a:spcPct val="100000"/>
                        </a:lnSpc>
                        <a:spcBef>
                          <a:spcPts val="0"/>
                        </a:spcBef>
                        <a:spcAft>
                          <a:spcPts val="0"/>
                        </a:spcAft>
                        <a:buNone/>
                      </a:pPr>
                      <a:r>
                        <a:rPr lang="en" sz="500">
                          <a:solidFill>
                            <a:schemeClr val="lt1"/>
                          </a:solidFill>
                        </a:rPr>
                        <a:t>Max Iterations: 1000</a:t>
                      </a:r>
                      <a:endParaRPr sz="500">
                        <a:solidFill>
                          <a:schemeClr val="lt1"/>
                        </a:solidFill>
                      </a:endParaRPr>
                    </a:p>
                    <a:p>
                      <a:pPr marL="0" marR="0" lvl="0" indent="0" algn="l" rtl="0">
                        <a:lnSpc>
                          <a:spcPct val="100000"/>
                        </a:lnSpc>
                        <a:spcBef>
                          <a:spcPts val="0"/>
                        </a:spcBef>
                        <a:spcAft>
                          <a:spcPts val="0"/>
                        </a:spcAft>
                        <a:buNone/>
                      </a:pPr>
                      <a:r>
                        <a:rPr lang="en" sz="500">
                          <a:solidFill>
                            <a:schemeClr val="lt1"/>
                          </a:solidFill>
                        </a:rPr>
                        <a:t>Multi-class Strategy: Multinomial</a:t>
                      </a:r>
                      <a:endParaRPr sz="300">
                        <a:solidFill>
                          <a:schemeClr val="lt1"/>
                        </a:solidFill>
                      </a:endParaRPr>
                    </a:p>
                    <a:p>
                      <a:pPr marL="0" lvl="0" indent="0" algn="l" rtl="0">
                        <a:spcBef>
                          <a:spcPts val="0"/>
                        </a:spcBef>
                        <a:spcAft>
                          <a:spcPts val="0"/>
                        </a:spcAft>
                        <a:buNone/>
                      </a:pPr>
                      <a:r>
                        <a:rPr lang="en" sz="600" u="sng">
                          <a:solidFill>
                            <a:schemeClr val="lt1"/>
                          </a:solidFill>
                        </a:rPr>
                        <a:t>None tuned</a:t>
                      </a:r>
                      <a:endParaRPr sz="600" u="sng">
                        <a:solidFill>
                          <a:schemeClr val="lt1"/>
                        </a:solidFill>
                      </a:endParaRPr>
                    </a:p>
                  </a:txBody>
                  <a:tcPr marL="91425" marR="91425" marT="91425" marB="91425"/>
                </a:tc>
                <a:extLst>
                  <a:ext uri="{0D108BD9-81ED-4DB2-BD59-A6C34878D82A}">
                    <a16:rowId xmlns:a16="http://schemas.microsoft.com/office/drawing/2014/main" val="10001"/>
                  </a:ext>
                </a:extLst>
              </a:tr>
              <a:tr h="536300">
                <a:tc>
                  <a:txBody>
                    <a:bodyPr/>
                    <a:lstStyle/>
                    <a:p>
                      <a:pPr marL="0" lvl="0" indent="0" algn="ctr" rtl="0">
                        <a:spcBef>
                          <a:spcPts val="0"/>
                        </a:spcBef>
                        <a:spcAft>
                          <a:spcPts val="0"/>
                        </a:spcAft>
                        <a:buNone/>
                      </a:pPr>
                      <a:r>
                        <a:rPr lang="en" sz="800">
                          <a:solidFill>
                            <a:schemeClr val="lt1"/>
                          </a:solidFill>
                        </a:rPr>
                        <a:t>2</a:t>
                      </a:r>
                      <a:endParaRPr sz="800">
                        <a:solidFill>
                          <a:schemeClr val="lt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700">
                          <a:solidFill>
                            <a:schemeClr val="lt1"/>
                          </a:solidFill>
                        </a:rPr>
                        <a:t>Short-term wildfire outbreak prediction model for California (3, 7, and 14-day forecasts)</a:t>
                      </a:r>
                      <a:endParaRPr sz="700">
                        <a:solidFill>
                          <a:schemeClr val="lt1"/>
                        </a:solidFill>
                      </a:endParaRPr>
                    </a:p>
                    <a:p>
                      <a:pPr marL="0" lvl="0" indent="0" algn="l" rtl="0">
                        <a:spcBef>
                          <a:spcPts val="0"/>
                        </a:spcBef>
                        <a:spcAft>
                          <a:spcPts val="0"/>
                        </a:spcAft>
                        <a:buClr>
                          <a:schemeClr val="dk1"/>
                        </a:buClr>
                        <a:buSzPts val="1100"/>
                        <a:buFont typeface="Arial"/>
                        <a:buNone/>
                      </a:pPr>
                      <a:endParaRPr sz="700">
                        <a:solidFill>
                          <a:schemeClr val="lt1"/>
                        </a:solidFill>
                      </a:endParaRPr>
                    </a:p>
                    <a:p>
                      <a:pPr marL="0" lvl="0" indent="0" algn="l" rtl="0">
                        <a:spcBef>
                          <a:spcPts val="0"/>
                        </a:spcBef>
                        <a:spcAft>
                          <a:spcPts val="0"/>
                        </a:spcAft>
                        <a:buClr>
                          <a:schemeClr val="dk1"/>
                        </a:buClr>
                        <a:buSzPts val="1100"/>
                        <a:buFont typeface="Arial"/>
                        <a:buNone/>
                      </a:pPr>
                      <a:r>
                        <a:rPr lang="en" sz="700">
                          <a:solidFill>
                            <a:schemeClr val="lt1"/>
                          </a:solidFill>
                        </a:rPr>
                        <a:t>Targets outbreak prediction at the CONUS climate division level within California</a:t>
                      </a:r>
                      <a:endParaRPr sz="800">
                        <a:solidFill>
                          <a:schemeClr val="lt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700">
                          <a:solidFill>
                            <a:schemeClr val="lt1"/>
                          </a:solidFill>
                        </a:rPr>
                        <a:t>Feedforward Neural</a:t>
                      </a:r>
                      <a:endParaRPr sz="700">
                        <a:solidFill>
                          <a:schemeClr val="lt1"/>
                        </a:solidFill>
                      </a:endParaRPr>
                    </a:p>
                    <a:p>
                      <a:pPr marL="0" lvl="0" indent="0" algn="l" rtl="0">
                        <a:spcBef>
                          <a:spcPts val="0"/>
                        </a:spcBef>
                        <a:spcAft>
                          <a:spcPts val="0"/>
                        </a:spcAft>
                        <a:buClr>
                          <a:schemeClr val="dk1"/>
                        </a:buClr>
                        <a:buSzPts val="1100"/>
                        <a:buFont typeface="Arial"/>
                        <a:buNone/>
                      </a:pPr>
                      <a:r>
                        <a:rPr lang="en" sz="700">
                          <a:solidFill>
                            <a:schemeClr val="lt1"/>
                          </a:solidFill>
                        </a:rPr>
                        <a:t>Network with Tuned</a:t>
                      </a:r>
                      <a:endParaRPr sz="700">
                        <a:solidFill>
                          <a:schemeClr val="lt1"/>
                        </a:solidFill>
                      </a:endParaRPr>
                    </a:p>
                    <a:p>
                      <a:pPr marL="0" lvl="0" indent="0" algn="l" rtl="0">
                        <a:spcBef>
                          <a:spcPts val="0"/>
                        </a:spcBef>
                        <a:spcAft>
                          <a:spcPts val="0"/>
                        </a:spcAft>
                        <a:buNone/>
                      </a:pPr>
                      <a:r>
                        <a:rPr lang="en" sz="700">
                          <a:solidFill>
                            <a:schemeClr val="lt1"/>
                          </a:solidFill>
                        </a:rPr>
                        <a:t>hyperparameter selections</a:t>
                      </a:r>
                      <a:endParaRPr sz="700">
                        <a:solidFill>
                          <a:schemeClr val="lt1"/>
                        </a:solidFill>
                      </a:endParaRPr>
                    </a:p>
                    <a:p>
                      <a:pPr marL="0" lvl="0" indent="0" algn="l" rtl="0">
                        <a:spcBef>
                          <a:spcPts val="0"/>
                        </a:spcBef>
                        <a:spcAft>
                          <a:spcPts val="0"/>
                        </a:spcAft>
                        <a:buNone/>
                      </a:pPr>
                      <a:r>
                        <a:rPr lang="en" sz="700">
                          <a:solidFill>
                            <a:schemeClr val="lt1"/>
                          </a:solidFill>
                        </a:rPr>
                        <a:t>(Optuna)</a:t>
                      </a:r>
                      <a:endParaRPr sz="700">
                        <a:solidFill>
                          <a:schemeClr val="lt1"/>
                        </a:solidFill>
                      </a:endParaRPr>
                    </a:p>
                  </a:txBody>
                  <a:tcPr marL="91425" marR="91425" marT="91425" marB="91425"/>
                </a:tc>
                <a:tc>
                  <a:txBody>
                    <a:bodyPr/>
                    <a:lstStyle/>
                    <a:p>
                      <a:pPr marL="0" lvl="0" indent="0" algn="l" rtl="0">
                        <a:spcBef>
                          <a:spcPts val="0"/>
                        </a:spcBef>
                        <a:spcAft>
                          <a:spcPts val="0"/>
                        </a:spcAft>
                        <a:buNone/>
                      </a:pPr>
                      <a:r>
                        <a:rPr lang="en" sz="450" b="1">
                          <a:solidFill>
                            <a:srgbClr val="D8DEE9"/>
                          </a:solidFill>
                          <a:latin typeface="Courier New"/>
                          <a:ea typeface="Courier New"/>
                          <a:cs typeface="Courier New"/>
                          <a:sym typeface="Courier New"/>
                        </a:rPr>
                        <a:t>   Accuracy  Precision  Recall   F1</a:t>
                      </a:r>
                      <a:endParaRPr sz="45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450" b="1">
                          <a:solidFill>
                            <a:srgbClr val="D8DEE9"/>
                          </a:solidFill>
                          <a:latin typeface="Courier New"/>
                          <a:ea typeface="Courier New"/>
                          <a:cs typeface="Courier New"/>
                          <a:sym typeface="Courier New"/>
                        </a:rPr>
                        <a:t>y_3  0.508      0.531   0.508  0.517</a:t>
                      </a:r>
                      <a:endParaRPr sz="45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450" b="1">
                          <a:solidFill>
                            <a:srgbClr val="D8DEE9"/>
                          </a:solidFill>
                          <a:latin typeface="Courier New"/>
                          <a:ea typeface="Courier New"/>
                          <a:cs typeface="Courier New"/>
                          <a:sym typeface="Courier New"/>
                        </a:rPr>
                        <a:t>y_7  0.367      0.417   0.367  0.381</a:t>
                      </a:r>
                      <a:endParaRPr sz="45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450" b="1">
                          <a:solidFill>
                            <a:srgbClr val="D8DEE9"/>
                          </a:solidFill>
                          <a:latin typeface="Courier New"/>
                          <a:ea typeface="Courier New"/>
                          <a:cs typeface="Courier New"/>
                          <a:sym typeface="Courier New"/>
                        </a:rPr>
                        <a:t>y_14 0.257      0.328   0.257  0.275</a:t>
                      </a:r>
                      <a:endParaRPr sz="200" b="1">
                        <a:solidFill>
                          <a:schemeClr val="lt1"/>
                        </a:solidFill>
                      </a:endParaRPr>
                    </a:p>
                  </a:txBody>
                  <a:tcPr marL="91425" marR="91425" marT="91425" marB="91425"/>
                </a:tc>
                <a:tc>
                  <a:txBody>
                    <a:bodyPr/>
                    <a:lstStyle/>
                    <a:p>
                      <a:pPr marL="0" lvl="0" indent="0" algn="l" rtl="0">
                        <a:spcBef>
                          <a:spcPts val="0"/>
                        </a:spcBef>
                        <a:spcAft>
                          <a:spcPts val="0"/>
                        </a:spcAft>
                        <a:buNone/>
                      </a:pPr>
                      <a:r>
                        <a:rPr lang="en" sz="600">
                          <a:solidFill>
                            <a:schemeClr val="lt1"/>
                          </a:solidFill>
                        </a:rPr>
                        <a:t>3-day: 12.1%</a:t>
                      </a:r>
                      <a:endParaRPr sz="600">
                        <a:solidFill>
                          <a:schemeClr val="lt1"/>
                        </a:solidFill>
                      </a:endParaRPr>
                    </a:p>
                    <a:p>
                      <a:pPr marL="0" lvl="0" indent="0" algn="l" rtl="0">
                        <a:spcBef>
                          <a:spcPts val="0"/>
                        </a:spcBef>
                        <a:spcAft>
                          <a:spcPts val="0"/>
                        </a:spcAft>
                        <a:buNone/>
                      </a:pPr>
                      <a:r>
                        <a:rPr lang="en" sz="600">
                          <a:solidFill>
                            <a:schemeClr val="lt1"/>
                          </a:solidFill>
                        </a:rPr>
                        <a:t>7-day: 14.7%</a:t>
                      </a:r>
                      <a:endParaRPr sz="600">
                        <a:solidFill>
                          <a:schemeClr val="lt1"/>
                        </a:solidFill>
                      </a:endParaRPr>
                    </a:p>
                    <a:p>
                      <a:pPr marL="0" lvl="0" indent="0" algn="l" rtl="0">
                        <a:spcBef>
                          <a:spcPts val="0"/>
                        </a:spcBef>
                        <a:spcAft>
                          <a:spcPts val="0"/>
                        </a:spcAft>
                        <a:buClr>
                          <a:schemeClr val="dk1"/>
                        </a:buClr>
                        <a:buSzPts val="1100"/>
                        <a:buFont typeface="Arial"/>
                        <a:buNone/>
                      </a:pPr>
                      <a:r>
                        <a:rPr lang="en" sz="600">
                          <a:solidFill>
                            <a:schemeClr val="lt1"/>
                          </a:solidFill>
                        </a:rPr>
                        <a:t>14-day: 10.8%</a:t>
                      </a:r>
                      <a:endParaRPr sz="600">
                        <a:solidFill>
                          <a:schemeClr val="lt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700" b="1">
                          <a:solidFill>
                            <a:schemeClr val="lt1"/>
                          </a:solidFill>
                        </a:rPr>
                        <a:t>Labels:</a:t>
                      </a:r>
                      <a:r>
                        <a:rPr lang="en" sz="700">
                          <a:solidFill>
                            <a:schemeClr val="lt1"/>
                          </a:solidFill>
                        </a:rPr>
                        <a:t> 3, 7, 14 days forecasts, CONUS climate divisions</a:t>
                      </a:r>
                      <a:endParaRPr sz="700">
                        <a:solidFill>
                          <a:schemeClr val="lt1"/>
                        </a:solidFill>
                      </a:endParaRPr>
                    </a:p>
                    <a:p>
                      <a:pPr marL="0" lvl="0" indent="0" algn="l" rtl="0">
                        <a:spcBef>
                          <a:spcPts val="0"/>
                        </a:spcBef>
                        <a:spcAft>
                          <a:spcPts val="0"/>
                        </a:spcAft>
                        <a:buClr>
                          <a:schemeClr val="dk1"/>
                        </a:buClr>
                        <a:buSzPts val="1100"/>
                        <a:buFont typeface="Arial"/>
                        <a:buNone/>
                      </a:pPr>
                      <a:r>
                        <a:rPr lang="en" sz="700" b="1">
                          <a:solidFill>
                            <a:schemeClr val="lt1"/>
                          </a:solidFill>
                        </a:rPr>
                        <a:t>Features:</a:t>
                      </a:r>
                      <a:r>
                        <a:rPr lang="en" sz="700">
                          <a:solidFill>
                            <a:schemeClr val="lt1"/>
                          </a:solidFill>
                        </a:rPr>
                        <a:t> Geolocated Fire and weather data</a:t>
                      </a:r>
                      <a:endParaRPr sz="800">
                        <a:solidFill>
                          <a:schemeClr val="lt1"/>
                        </a:solidFill>
                      </a:endParaRPr>
                    </a:p>
                  </a:txBody>
                  <a:tcPr marL="91425" marR="91425" marT="91425" marB="91425"/>
                </a:tc>
                <a:tc>
                  <a:txBody>
                    <a:bodyPr/>
                    <a:lstStyle/>
                    <a:p>
                      <a:pPr marL="0" lvl="0" indent="0" algn="l" rtl="0">
                        <a:spcBef>
                          <a:spcPts val="0"/>
                        </a:spcBef>
                        <a:spcAft>
                          <a:spcPts val="0"/>
                        </a:spcAft>
                        <a:buNone/>
                      </a:pPr>
                      <a:r>
                        <a:rPr lang="en" sz="600">
                          <a:solidFill>
                            <a:srgbClr val="D8DEE9"/>
                          </a:solidFill>
                          <a:highlight>
                            <a:srgbClr val="141414"/>
                          </a:highlight>
                        </a:rPr>
                        <a:t>n_layers, n_units, activation, dropout, learning_rate, batch_size, lr_decay_factor, lr_patience</a:t>
                      </a:r>
                      <a:endParaRPr sz="600">
                        <a:solidFill>
                          <a:srgbClr val="D8DEE9"/>
                        </a:solidFill>
                        <a:highlight>
                          <a:srgbClr val="141414"/>
                        </a:highlight>
                      </a:endParaRPr>
                    </a:p>
                    <a:p>
                      <a:pPr marL="0" lvl="0" indent="0" algn="l" rtl="0">
                        <a:spcBef>
                          <a:spcPts val="0"/>
                        </a:spcBef>
                        <a:spcAft>
                          <a:spcPts val="0"/>
                        </a:spcAft>
                        <a:buNone/>
                      </a:pPr>
                      <a:r>
                        <a:rPr lang="en" sz="600" u="sng">
                          <a:solidFill>
                            <a:srgbClr val="D8DEE9"/>
                          </a:solidFill>
                          <a:highlight>
                            <a:srgbClr val="141414"/>
                          </a:highlight>
                        </a:rPr>
                        <a:t>Tuned using Optuna</a:t>
                      </a:r>
                      <a:endParaRPr sz="600" u="sng">
                        <a:solidFill>
                          <a:srgbClr val="D8DEE9"/>
                        </a:solidFill>
                        <a:highlight>
                          <a:srgbClr val="141414"/>
                        </a:highlight>
                      </a:endParaRPr>
                    </a:p>
                  </a:txBody>
                  <a:tcPr marL="91425" marR="91425" marT="91425" marB="91425"/>
                </a:tc>
                <a:extLst>
                  <a:ext uri="{0D108BD9-81ED-4DB2-BD59-A6C34878D82A}">
                    <a16:rowId xmlns:a16="http://schemas.microsoft.com/office/drawing/2014/main" val="10002"/>
                  </a:ext>
                </a:extLst>
              </a:tr>
              <a:tr h="536300">
                <a:tc>
                  <a:txBody>
                    <a:bodyPr/>
                    <a:lstStyle/>
                    <a:p>
                      <a:pPr marL="0" lvl="0" indent="0" algn="ctr" rtl="0">
                        <a:spcBef>
                          <a:spcPts val="0"/>
                        </a:spcBef>
                        <a:spcAft>
                          <a:spcPts val="0"/>
                        </a:spcAft>
                        <a:buNone/>
                      </a:pPr>
                      <a:r>
                        <a:rPr lang="en" sz="800">
                          <a:solidFill>
                            <a:schemeClr val="lt1"/>
                          </a:solidFill>
                        </a:rPr>
                        <a:t>3</a:t>
                      </a:r>
                      <a:endParaRPr sz="800">
                        <a:solidFill>
                          <a:schemeClr val="lt1"/>
                        </a:solidFill>
                      </a:endParaRPr>
                    </a:p>
                  </a:txBody>
                  <a:tcPr marL="91425" marR="91425" marT="91425" marB="91425"/>
                </a:tc>
                <a:tc>
                  <a:txBody>
                    <a:bodyPr/>
                    <a:lstStyle/>
                    <a:p>
                      <a:pPr marL="0" lvl="0" indent="0" algn="l" rtl="0">
                        <a:spcBef>
                          <a:spcPts val="0"/>
                        </a:spcBef>
                        <a:spcAft>
                          <a:spcPts val="0"/>
                        </a:spcAft>
                        <a:buNone/>
                      </a:pPr>
                      <a:r>
                        <a:rPr lang="en" sz="700">
                          <a:solidFill>
                            <a:schemeClr val="lt1"/>
                          </a:solidFill>
                        </a:rPr>
                        <a:t>Short-term wildfire outbreak prediction model for California (3, 7, and 14-day forecasts)</a:t>
                      </a:r>
                      <a:endParaRPr sz="700">
                        <a:solidFill>
                          <a:schemeClr val="lt1"/>
                        </a:solidFill>
                      </a:endParaRPr>
                    </a:p>
                    <a:p>
                      <a:pPr marL="0" lvl="0" indent="0" algn="l" rtl="0">
                        <a:spcBef>
                          <a:spcPts val="0"/>
                        </a:spcBef>
                        <a:spcAft>
                          <a:spcPts val="0"/>
                        </a:spcAft>
                        <a:buNone/>
                      </a:pPr>
                      <a:endParaRPr sz="700">
                        <a:solidFill>
                          <a:schemeClr val="lt1"/>
                        </a:solidFill>
                      </a:endParaRPr>
                    </a:p>
                    <a:p>
                      <a:pPr marL="0" lvl="0" indent="0" algn="l" rtl="0">
                        <a:spcBef>
                          <a:spcPts val="0"/>
                        </a:spcBef>
                        <a:spcAft>
                          <a:spcPts val="0"/>
                        </a:spcAft>
                        <a:buClr>
                          <a:schemeClr val="dk1"/>
                        </a:buClr>
                        <a:buSzPts val="1100"/>
                        <a:buFont typeface="Arial"/>
                        <a:buNone/>
                      </a:pPr>
                      <a:r>
                        <a:rPr lang="en" sz="700">
                          <a:solidFill>
                            <a:schemeClr val="lt1"/>
                          </a:solidFill>
                        </a:rPr>
                        <a:t>Targets outbreak prediction at the CONUS climate division level within California</a:t>
                      </a:r>
                      <a:endParaRPr sz="700">
                        <a:solidFill>
                          <a:schemeClr val="lt1"/>
                        </a:solidFill>
                      </a:endParaRPr>
                    </a:p>
                  </a:txBody>
                  <a:tcPr marL="91425" marR="91425" marT="91425" marB="91425"/>
                </a:tc>
                <a:tc>
                  <a:txBody>
                    <a:bodyPr/>
                    <a:lstStyle/>
                    <a:p>
                      <a:pPr marL="0" lvl="0" indent="0" algn="l" rtl="0">
                        <a:spcBef>
                          <a:spcPts val="0"/>
                        </a:spcBef>
                        <a:spcAft>
                          <a:spcPts val="0"/>
                        </a:spcAft>
                        <a:buNone/>
                      </a:pPr>
                      <a:r>
                        <a:rPr lang="en" sz="800">
                          <a:solidFill>
                            <a:schemeClr val="lt1"/>
                          </a:solidFill>
                        </a:rPr>
                        <a:t>Random Forest</a:t>
                      </a:r>
                      <a:endParaRPr sz="800">
                        <a:solidFill>
                          <a:schemeClr val="lt1"/>
                        </a:solidFill>
                      </a:endParaRPr>
                    </a:p>
                    <a:p>
                      <a:pPr marL="0" lvl="0" indent="0" algn="l" rtl="0">
                        <a:spcBef>
                          <a:spcPts val="0"/>
                        </a:spcBef>
                        <a:spcAft>
                          <a:spcPts val="0"/>
                        </a:spcAft>
                        <a:buNone/>
                      </a:pPr>
                      <a:r>
                        <a:rPr lang="en" sz="800">
                          <a:solidFill>
                            <a:schemeClr val="lt1"/>
                          </a:solidFill>
                        </a:rPr>
                        <a:t>Random Forest + PCA</a:t>
                      </a:r>
                      <a:endParaRPr sz="800">
                        <a:solidFill>
                          <a:schemeClr val="lt1"/>
                        </a:solidFill>
                      </a:endParaRPr>
                    </a:p>
                    <a:p>
                      <a:pPr marL="0" lvl="0" indent="0" algn="l" rtl="0">
                        <a:spcBef>
                          <a:spcPts val="0"/>
                        </a:spcBef>
                        <a:spcAft>
                          <a:spcPts val="0"/>
                        </a:spcAft>
                        <a:buNone/>
                      </a:pPr>
                      <a:r>
                        <a:rPr lang="en" sz="800">
                          <a:solidFill>
                            <a:schemeClr val="lt1"/>
                          </a:solidFill>
                        </a:rPr>
                        <a:t>RF + SMOTE + PCA</a:t>
                      </a:r>
                      <a:endParaRPr sz="800">
                        <a:solidFill>
                          <a:schemeClr val="lt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500" b="1">
                          <a:solidFill>
                            <a:srgbClr val="D8DEE9"/>
                          </a:solidFill>
                          <a:latin typeface="Courier New"/>
                          <a:ea typeface="Courier New"/>
                          <a:cs typeface="Courier New"/>
                          <a:sym typeface="Courier New"/>
                        </a:rPr>
                        <a:t> </a:t>
                      </a:r>
                      <a:r>
                        <a:rPr lang="en" sz="600" b="1">
                          <a:solidFill>
                            <a:srgbClr val="D8DEE9"/>
                          </a:solidFill>
                        </a:rPr>
                        <a:t>      </a:t>
                      </a:r>
                      <a:r>
                        <a:rPr lang="en" sz="500" b="1">
                          <a:solidFill>
                            <a:srgbClr val="D8DEE9"/>
                          </a:solidFill>
                        </a:rPr>
                        <a:t>Accuracy     Precision    Recall      F1  </a:t>
                      </a:r>
                      <a:endParaRPr sz="500" b="1">
                        <a:solidFill>
                          <a:srgbClr val="D8DEE9"/>
                        </a:solidFill>
                      </a:endParaRPr>
                    </a:p>
                    <a:p>
                      <a:pPr marL="0" lvl="0" indent="0" algn="l" rtl="0">
                        <a:spcBef>
                          <a:spcPts val="0"/>
                        </a:spcBef>
                        <a:spcAft>
                          <a:spcPts val="0"/>
                        </a:spcAft>
                        <a:buClr>
                          <a:schemeClr val="dk1"/>
                        </a:buClr>
                        <a:buSzPts val="1100"/>
                        <a:buFont typeface="Arial"/>
                        <a:buNone/>
                      </a:pPr>
                      <a:r>
                        <a:rPr lang="en" sz="500" b="1">
                          <a:solidFill>
                            <a:srgbClr val="D8DEE9"/>
                          </a:solidFill>
                        </a:rPr>
                        <a:t>y_3      0.533            0.470       0.422     0.438</a:t>
                      </a:r>
                      <a:endParaRPr sz="500" b="1">
                        <a:solidFill>
                          <a:srgbClr val="D8DEE9"/>
                        </a:solidFill>
                      </a:endParaRPr>
                    </a:p>
                    <a:p>
                      <a:pPr marL="0" lvl="0" indent="0" algn="l" rtl="0">
                        <a:spcBef>
                          <a:spcPts val="0"/>
                        </a:spcBef>
                        <a:spcAft>
                          <a:spcPts val="0"/>
                        </a:spcAft>
                        <a:buNone/>
                      </a:pPr>
                      <a:r>
                        <a:rPr lang="en" sz="500" b="1">
                          <a:solidFill>
                            <a:srgbClr val="D8DEE9"/>
                          </a:solidFill>
                        </a:rPr>
                        <a:t>Y_7      0.405            0.327       0.288     0.290     </a:t>
                      </a:r>
                      <a:endParaRPr sz="500" b="1">
                        <a:solidFill>
                          <a:srgbClr val="D8DEE9"/>
                        </a:solidFill>
                      </a:endParaRPr>
                    </a:p>
                    <a:p>
                      <a:pPr marL="0" lvl="0" indent="0" algn="l" rtl="0">
                        <a:spcBef>
                          <a:spcPts val="0"/>
                        </a:spcBef>
                        <a:spcAft>
                          <a:spcPts val="0"/>
                        </a:spcAft>
                        <a:buClr>
                          <a:schemeClr val="dk1"/>
                        </a:buClr>
                        <a:buSzPts val="1100"/>
                        <a:buFont typeface="Arial"/>
                        <a:buNone/>
                      </a:pPr>
                      <a:r>
                        <a:rPr lang="en" sz="500" b="1">
                          <a:solidFill>
                            <a:srgbClr val="D8DEE9"/>
                          </a:solidFill>
                        </a:rPr>
                        <a:t>y_14     0.341           0.232       0.229     0.217</a:t>
                      </a:r>
                      <a:endParaRPr sz="500" b="1">
                        <a:solidFill>
                          <a:srgbClr val="D8DEE9"/>
                        </a:solidFill>
                      </a:endParaRPr>
                    </a:p>
                  </a:txBody>
                  <a:tcPr marL="91425" marR="91425" marT="91425" marB="91425"/>
                </a:tc>
                <a:tc>
                  <a:txBody>
                    <a:bodyPr/>
                    <a:lstStyle/>
                    <a:p>
                      <a:pPr marL="0" lvl="0" indent="0" algn="ctr" rtl="0">
                        <a:spcBef>
                          <a:spcPts val="0"/>
                        </a:spcBef>
                        <a:spcAft>
                          <a:spcPts val="0"/>
                        </a:spcAft>
                        <a:buNone/>
                      </a:pPr>
                      <a:r>
                        <a:rPr lang="en" sz="700">
                          <a:solidFill>
                            <a:schemeClr val="lt1"/>
                          </a:solidFill>
                        </a:rPr>
                        <a:t>3-day: 8%</a:t>
                      </a:r>
                      <a:endParaRPr sz="700">
                        <a:solidFill>
                          <a:schemeClr val="lt1"/>
                        </a:solidFill>
                      </a:endParaRPr>
                    </a:p>
                    <a:p>
                      <a:pPr marL="0" lvl="0" indent="0" algn="ctr" rtl="0">
                        <a:spcBef>
                          <a:spcPts val="0"/>
                        </a:spcBef>
                        <a:spcAft>
                          <a:spcPts val="0"/>
                        </a:spcAft>
                        <a:buNone/>
                      </a:pPr>
                      <a:r>
                        <a:rPr lang="en" sz="700">
                          <a:solidFill>
                            <a:schemeClr val="lt1"/>
                          </a:solidFill>
                        </a:rPr>
                        <a:t>7-day: 8.5%</a:t>
                      </a:r>
                      <a:endParaRPr sz="700">
                        <a:solidFill>
                          <a:schemeClr val="lt1"/>
                        </a:solidFill>
                      </a:endParaRPr>
                    </a:p>
                    <a:p>
                      <a:pPr marL="0" lvl="0" indent="0" algn="ctr" rtl="0">
                        <a:spcBef>
                          <a:spcPts val="0"/>
                        </a:spcBef>
                        <a:spcAft>
                          <a:spcPts val="0"/>
                        </a:spcAft>
                        <a:buNone/>
                      </a:pPr>
                      <a:r>
                        <a:rPr lang="en" sz="700">
                          <a:solidFill>
                            <a:schemeClr val="lt1"/>
                          </a:solidFill>
                        </a:rPr>
                        <a:t>14-day:</a:t>
                      </a:r>
                      <a:r>
                        <a:rPr lang="en" sz="750">
                          <a:solidFill>
                            <a:schemeClr val="lt1"/>
                          </a:solidFill>
                        </a:rPr>
                        <a:t> 10%</a:t>
                      </a:r>
                      <a:endParaRPr sz="750">
                        <a:solidFill>
                          <a:schemeClr val="lt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700" b="1">
                          <a:solidFill>
                            <a:schemeClr val="lt1"/>
                          </a:solidFill>
                        </a:rPr>
                        <a:t>Labels:</a:t>
                      </a:r>
                      <a:r>
                        <a:rPr lang="en" sz="700">
                          <a:solidFill>
                            <a:schemeClr val="lt1"/>
                          </a:solidFill>
                        </a:rPr>
                        <a:t> 3, 7, 14 days forecasts, CONUS climate divisions</a:t>
                      </a:r>
                      <a:endParaRPr sz="700">
                        <a:solidFill>
                          <a:schemeClr val="lt1"/>
                        </a:solidFill>
                      </a:endParaRPr>
                    </a:p>
                    <a:p>
                      <a:pPr marL="0" lvl="0" indent="0" algn="l" rtl="0">
                        <a:spcBef>
                          <a:spcPts val="0"/>
                        </a:spcBef>
                        <a:spcAft>
                          <a:spcPts val="0"/>
                        </a:spcAft>
                        <a:buClr>
                          <a:schemeClr val="dk1"/>
                        </a:buClr>
                        <a:buSzPts val="1100"/>
                        <a:buFont typeface="Arial"/>
                        <a:buNone/>
                      </a:pPr>
                      <a:r>
                        <a:rPr lang="en" sz="700" b="1">
                          <a:solidFill>
                            <a:schemeClr val="lt1"/>
                          </a:solidFill>
                        </a:rPr>
                        <a:t>Features:</a:t>
                      </a:r>
                      <a:r>
                        <a:rPr lang="en" sz="700">
                          <a:solidFill>
                            <a:schemeClr val="lt1"/>
                          </a:solidFill>
                        </a:rPr>
                        <a:t> Geolocated Fire and weather data</a:t>
                      </a:r>
                      <a:endParaRPr sz="600">
                        <a:solidFill>
                          <a:schemeClr val="lt1"/>
                        </a:solidFill>
                      </a:endParaRPr>
                    </a:p>
                  </a:txBody>
                  <a:tcPr marL="91425" marR="91425" marT="91425" marB="91425"/>
                </a:tc>
                <a:tc>
                  <a:txBody>
                    <a:bodyPr/>
                    <a:lstStyle/>
                    <a:p>
                      <a:pPr marL="0" lvl="0" indent="0" algn="l" rtl="0">
                        <a:spcBef>
                          <a:spcPts val="0"/>
                        </a:spcBef>
                        <a:spcAft>
                          <a:spcPts val="0"/>
                        </a:spcAft>
                        <a:buNone/>
                      </a:pPr>
                      <a:r>
                        <a:rPr lang="en" sz="700">
                          <a:solidFill>
                            <a:schemeClr val="lt1"/>
                          </a:solidFill>
                        </a:rPr>
                        <a:t>n_estimators,max_depth,</a:t>
                      </a:r>
                      <a:endParaRPr sz="700">
                        <a:solidFill>
                          <a:schemeClr val="lt1"/>
                        </a:solidFill>
                      </a:endParaRPr>
                    </a:p>
                    <a:p>
                      <a:pPr marL="0" lvl="0" indent="0" algn="l" rtl="0">
                        <a:spcBef>
                          <a:spcPts val="0"/>
                        </a:spcBef>
                        <a:spcAft>
                          <a:spcPts val="0"/>
                        </a:spcAft>
                        <a:buNone/>
                      </a:pPr>
                      <a:r>
                        <a:rPr lang="en" sz="700">
                          <a:solidFill>
                            <a:schemeClr val="lt1"/>
                          </a:solidFill>
                        </a:rPr>
                        <a:t>min_samples_split, min_samples,max_features, class_weight, random_state, n_jobs</a:t>
                      </a:r>
                      <a:endParaRPr sz="700">
                        <a:solidFill>
                          <a:schemeClr val="lt1"/>
                        </a:solidFill>
                      </a:endParaRPr>
                    </a:p>
                  </a:txBody>
                  <a:tcPr marL="91425" marR="91425" marT="91425" marB="91425"/>
                </a:tc>
                <a:extLst>
                  <a:ext uri="{0D108BD9-81ED-4DB2-BD59-A6C34878D82A}">
                    <a16:rowId xmlns:a16="http://schemas.microsoft.com/office/drawing/2014/main" val="10003"/>
                  </a:ext>
                </a:extLst>
              </a:tr>
              <a:tr h="536300">
                <a:tc>
                  <a:txBody>
                    <a:bodyPr/>
                    <a:lstStyle/>
                    <a:p>
                      <a:pPr marL="0" lvl="0" indent="0" algn="ctr" rtl="0">
                        <a:spcBef>
                          <a:spcPts val="0"/>
                        </a:spcBef>
                        <a:spcAft>
                          <a:spcPts val="0"/>
                        </a:spcAft>
                        <a:buNone/>
                      </a:pPr>
                      <a:r>
                        <a:rPr lang="en" sz="800">
                          <a:solidFill>
                            <a:schemeClr val="lt1"/>
                          </a:solidFill>
                        </a:rPr>
                        <a:t>4</a:t>
                      </a:r>
                      <a:endParaRPr sz="800">
                        <a:solidFill>
                          <a:schemeClr val="lt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700">
                          <a:solidFill>
                            <a:schemeClr val="lt1"/>
                          </a:solidFill>
                        </a:rPr>
                        <a:t>Short-term wildfire outbreak prediction model for California (3, 7, and 14-day forecasts)</a:t>
                      </a:r>
                      <a:endParaRPr sz="700">
                        <a:solidFill>
                          <a:schemeClr val="lt1"/>
                        </a:solidFill>
                      </a:endParaRPr>
                    </a:p>
                    <a:p>
                      <a:pPr marL="0" lvl="0" indent="0" algn="l" rtl="0">
                        <a:spcBef>
                          <a:spcPts val="0"/>
                        </a:spcBef>
                        <a:spcAft>
                          <a:spcPts val="0"/>
                        </a:spcAft>
                        <a:buClr>
                          <a:schemeClr val="dk1"/>
                        </a:buClr>
                        <a:buSzPts val="1100"/>
                        <a:buFont typeface="Arial"/>
                        <a:buNone/>
                      </a:pPr>
                      <a:endParaRPr sz="700">
                        <a:solidFill>
                          <a:schemeClr val="lt1"/>
                        </a:solidFill>
                      </a:endParaRPr>
                    </a:p>
                    <a:p>
                      <a:pPr marL="0" lvl="0" indent="0" algn="l" rtl="0">
                        <a:spcBef>
                          <a:spcPts val="0"/>
                        </a:spcBef>
                        <a:spcAft>
                          <a:spcPts val="0"/>
                        </a:spcAft>
                        <a:buClr>
                          <a:schemeClr val="dk1"/>
                        </a:buClr>
                        <a:buSzPts val="1100"/>
                        <a:buFont typeface="Arial"/>
                        <a:buNone/>
                      </a:pPr>
                      <a:r>
                        <a:rPr lang="en" sz="700">
                          <a:solidFill>
                            <a:schemeClr val="lt1"/>
                          </a:solidFill>
                        </a:rPr>
                        <a:t>Targets outbreak prediction at the CONUS climate division level within California</a:t>
                      </a:r>
                      <a:endParaRPr sz="8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800">
                          <a:solidFill>
                            <a:schemeClr val="lt1"/>
                          </a:solidFill>
                        </a:rPr>
                        <a:t>XGBoost </a:t>
                      </a:r>
                      <a:endParaRPr sz="800">
                        <a:solidFill>
                          <a:schemeClr val="lt1"/>
                        </a:solidFill>
                      </a:endParaRPr>
                    </a:p>
                    <a:p>
                      <a:pPr marL="0" lvl="0" indent="0" algn="l" rtl="0">
                        <a:spcBef>
                          <a:spcPts val="0"/>
                        </a:spcBef>
                        <a:spcAft>
                          <a:spcPts val="0"/>
                        </a:spcAft>
                        <a:buNone/>
                      </a:pPr>
                      <a:r>
                        <a:rPr lang="en" sz="800">
                          <a:solidFill>
                            <a:schemeClr val="lt1"/>
                          </a:solidFill>
                        </a:rPr>
                        <a:t>with random search for hyperparameter tuning</a:t>
                      </a:r>
                      <a:endParaRPr sz="8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Clr>
                          <a:schemeClr val="dk1"/>
                        </a:buClr>
                        <a:buSzPts val="1100"/>
                        <a:buFont typeface="Arial"/>
                        <a:buNone/>
                      </a:pPr>
                      <a:r>
                        <a:rPr lang="en" sz="500">
                          <a:solidFill>
                            <a:srgbClr val="D8DEE9"/>
                          </a:solidFill>
                        </a:rPr>
                        <a:t> </a:t>
                      </a:r>
                      <a:r>
                        <a:rPr lang="en" sz="500" b="1">
                          <a:solidFill>
                            <a:srgbClr val="D8DEE9"/>
                          </a:solidFill>
                        </a:rPr>
                        <a:t>        Accuracy   Precision    Recall       F1  </a:t>
                      </a:r>
                      <a:endParaRPr sz="500" b="1">
                        <a:solidFill>
                          <a:srgbClr val="D8DEE9"/>
                        </a:solidFill>
                      </a:endParaRPr>
                    </a:p>
                    <a:p>
                      <a:pPr marL="0" lvl="0" indent="0" algn="l" rtl="0">
                        <a:spcBef>
                          <a:spcPts val="0"/>
                        </a:spcBef>
                        <a:spcAft>
                          <a:spcPts val="0"/>
                        </a:spcAft>
                        <a:buClr>
                          <a:schemeClr val="dk1"/>
                        </a:buClr>
                        <a:buSzPts val="1100"/>
                        <a:buFont typeface="Arial"/>
                        <a:buNone/>
                      </a:pPr>
                      <a:r>
                        <a:rPr lang="en" sz="500" b="1">
                          <a:solidFill>
                            <a:srgbClr val="D8DEE9"/>
                          </a:solidFill>
                        </a:rPr>
                        <a:t>y_3       0.542         0.525         0.542     0.525</a:t>
                      </a:r>
                      <a:endParaRPr sz="500" b="1">
                        <a:solidFill>
                          <a:srgbClr val="D8DEE9"/>
                        </a:solidFill>
                      </a:endParaRPr>
                    </a:p>
                    <a:p>
                      <a:pPr marL="0" lvl="0" indent="0" algn="l" rtl="0">
                        <a:spcBef>
                          <a:spcPts val="0"/>
                        </a:spcBef>
                        <a:spcAft>
                          <a:spcPts val="0"/>
                        </a:spcAft>
                        <a:buClr>
                          <a:schemeClr val="dk1"/>
                        </a:buClr>
                        <a:buSzPts val="1100"/>
                        <a:buFont typeface="Arial"/>
                        <a:buNone/>
                      </a:pPr>
                      <a:r>
                        <a:rPr lang="en" sz="500" b="1">
                          <a:solidFill>
                            <a:srgbClr val="D8DEE9"/>
                          </a:solidFill>
                        </a:rPr>
                        <a:t>y_7       0.406         0.393         0.406     0.369</a:t>
                      </a:r>
                      <a:endParaRPr sz="500" b="1">
                        <a:solidFill>
                          <a:srgbClr val="D8DEE9"/>
                        </a:solidFill>
                      </a:endParaRPr>
                    </a:p>
                    <a:p>
                      <a:pPr marL="0" lvl="0" indent="0" algn="l" rtl="0">
                        <a:spcBef>
                          <a:spcPts val="0"/>
                        </a:spcBef>
                        <a:spcAft>
                          <a:spcPts val="0"/>
                        </a:spcAft>
                        <a:buClr>
                          <a:schemeClr val="dk1"/>
                        </a:buClr>
                        <a:buSzPts val="1100"/>
                        <a:buFont typeface="Arial"/>
                        <a:buNone/>
                      </a:pPr>
                      <a:r>
                        <a:rPr lang="en" sz="500" b="1">
                          <a:solidFill>
                            <a:srgbClr val="D8DEE9"/>
                          </a:solidFill>
                        </a:rPr>
                        <a:t>y_14     0.338         0.347        0.338      0.284 </a:t>
                      </a:r>
                      <a:endParaRPr sz="500">
                        <a:solidFill>
                          <a:schemeClr val="lt1"/>
                        </a:solidFill>
                      </a:endParaRPr>
                    </a:p>
                  </a:txBody>
                  <a:tcPr marL="91425" marR="91425" marT="91425" marB="91425">
                    <a:lnB w="9525" cap="flat" cmpd="sng">
                      <a:solidFill>
                        <a:srgbClr val="9E9E9E"/>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 sz="700">
                          <a:solidFill>
                            <a:schemeClr val="lt1"/>
                          </a:solidFill>
                        </a:rPr>
                        <a:t>3-day: 8.9%</a:t>
                      </a:r>
                      <a:endParaRPr sz="700">
                        <a:solidFill>
                          <a:schemeClr val="lt1"/>
                        </a:solidFill>
                      </a:endParaRPr>
                    </a:p>
                    <a:p>
                      <a:pPr marL="0" lvl="0" indent="0" algn="ctr" rtl="0">
                        <a:spcBef>
                          <a:spcPts val="0"/>
                        </a:spcBef>
                        <a:spcAft>
                          <a:spcPts val="0"/>
                        </a:spcAft>
                        <a:buNone/>
                      </a:pPr>
                      <a:endParaRPr sz="700">
                        <a:solidFill>
                          <a:schemeClr val="lt1"/>
                        </a:solidFill>
                      </a:endParaRPr>
                    </a:p>
                    <a:p>
                      <a:pPr marL="0" lvl="0" indent="0" algn="ctr" rtl="0">
                        <a:spcBef>
                          <a:spcPts val="0"/>
                        </a:spcBef>
                        <a:spcAft>
                          <a:spcPts val="0"/>
                        </a:spcAft>
                        <a:buNone/>
                      </a:pPr>
                      <a:r>
                        <a:rPr lang="en" sz="700">
                          <a:solidFill>
                            <a:schemeClr val="lt1"/>
                          </a:solidFill>
                        </a:rPr>
                        <a:t>7-day: 8.6%</a:t>
                      </a:r>
                      <a:endParaRPr sz="700">
                        <a:solidFill>
                          <a:schemeClr val="lt1"/>
                        </a:solidFill>
                      </a:endParaRPr>
                    </a:p>
                    <a:p>
                      <a:pPr marL="0" lvl="0" indent="0" algn="ctr" rtl="0">
                        <a:spcBef>
                          <a:spcPts val="0"/>
                        </a:spcBef>
                        <a:spcAft>
                          <a:spcPts val="0"/>
                        </a:spcAft>
                        <a:buNone/>
                      </a:pPr>
                      <a:endParaRPr sz="700">
                        <a:solidFill>
                          <a:schemeClr val="lt1"/>
                        </a:solidFill>
                      </a:endParaRPr>
                    </a:p>
                    <a:p>
                      <a:pPr marL="0" lvl="0" indent="0" algn="ctr" rtl="0">
                        <a:spcBef>
                          <a:spcPts val="0"/>
                        </a:spcBef>
                        <a:spcAft>
                          <a:spcPts val="0"/>
                        </a:spcAft>
                        <a:buNone/>
                      </a:pPr>
                      <a:r>
                        <a:rPr lang="en" sz="700">
                          <a:solidFill>
                            <a:schemeClr val="lt1"/>
                          </a:solidFill>
                        </a:rPr>
                        <a:t>14-day: 10.6%</a:t>
                      </a:r>
                      <a:endParaRPr sz="700">
                        <a:solidFill>
                          <a:schemeClr val="lt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700" b="1">
                          <a:solidFill>
                            <a:schemeClr val="lt1"/>
                          </a:solidFill>
                        </a:rPr>
                        <a:t>Labels:</a:t>
                      </a:r>
                      <a:r>
                        <a:rPr lang="en" sz="700">
                          <a:solidFill>
                            <a:schemeClr val="lt1"/>
                          </a:solidFill>
                        </a:rPr>
                        <a:t> 3, 7, 14 days forecasts, CONUS climate divisions</a:t>
                      </a:r>
                      <a:endParaRPr sz="700">
                        <a:solidFill>
                          <a:schemeClr val="lt1"/>
                        </a:solidFill>
                      </a:endParaRPr>
                    </a:p>
                    <a:p>
                      <a:pPr marL="0" lvl="0" indent="0" algn="l" rtl="0">
                        <a:spcBef>
                          <a:spcPts val="0"/>
                        </a:spcBef>
                        <a:spcAft>
                          <a:spcPts val="0"/>
                        </a:spcAft>
                        <a:buClr>
                          <a:schemeClr val="dk1"/>
                        </a:buClr>
                        <a:buSzPts val="1100"/>
                        <a:buFont typeface="Arial"/>
                        <a:buNone/>
                      </a:pPr>
                      <a:r>
                        <a:rPr lang="en" sz="700" b="1">
                          <a:solidFill>
                            <a:schemeClr val="lt1"/>
                          </a:solidFill>
                        </a:rPr>
                        <a:t>Features:</a:t>
                      </a:r>
                      <a:r>
                        <a:rPr lang="en" sz="700">
                          <a:solidFill>
                            <a:schemeClr val="lt1"/>
                          </a:solidFill>
                        </a:rPr>
                        <a:t> Geolocated Fire and weather data</a:t>
                      </a:r>
                      <a:endParaRPr sz="8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700">
                          <a:solidFill>
                            <a:schemeClr val="lt1"/>
                          </a:solidFill>
                        </a:rPr>
                        <a:t>n_estimators, max_depth, learning_rate, reg_alpha, reg_lambda, min_child_weight, gamma, subample, colsample_bytree</a:t>
                      </a:r>
                      <a:endParaRPr sz="700">
                        <a:solidFill>
                          <a:schemeClr val="lt1"/>
                        </a:solidFill>
                      </a:endParaRPr>
                    </a:p>
                  </a:txBody>
                  <a:tcPr marL="91425" marR="91425" marT="91425" marB="91425">
                    <a:solidFill>
                      <a:schemeClr val="dk1"/>
                    </a:solidFill>
                  </a:tcPr>
                </a:tc>
                <a:extLst>
                  <a:ext uri="{0D108BD9-81ED-4DB2-BD59-A6C34878D82A}">
                    <a16:rowId xmlns:a16="http://schemas.microsoft.com/office/drawing/2014/main" val="10004"/>
                  </a:ext>
                </a:extLst>
              </a:tr>
              <a:tr h="536300">
                <a:tc>
                  <a:txBody>
                    <a:bodyPr/>
                    <a:lstStyle/>
                    <a:p>
                      <a:pPr marL="0" lvl="0" indent="0" algn="ctr" rtl="0">
                        <a:spcBef>
                          <a:spcPts val="0"/>
                        </a:spcBef>
                        <a:spcAft>
                          <a:spcPts val="0"/>
                        </a:spcAft>
                        <a:buNone/>
                      </a:pPr>
                      <a:r>
                        <a:rPr lang="en" sz="800">
                          <a:solidFill>
                            <a:schemeClr val="lt1"/>
                          </a:solidFill>
                        </a:rPr>
                        <a:t>5</a:t>
                      </a:r>
                      <a:endParaRPr sz="800">
                        <a:solidFill>
                          <a:schemeClr val="lt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700">
                          <a:solidFill>
                            <a:schemeClr val="lt1"/>
                          </a:solidFill>
                        </a:rPr>
                        <a:t>Short-term wildfire outbreak prediction model for California (3, 7, and 14-day forecasts)</a:t>
                      </a:r>
                      <a:endParaRPr sz="700">
                        <a:solidFill>
                          <a:schemeClr val="lt1"/>
                        </a:solidFill>
                      </a:endParaRPr>
                    </a:p>
                    <a:p>
                      <a:pPr marL="0" lvl="0" indent="0" algn="l" rtl="0">
                        <a:spcBef>
                          <a:spcPts val="0"/>
                        </a:spcBef>
                        <a:spcAft>
                          <a:spcPts val="0"/>
                        </a:spcAft>
                        <a:buClr>
                          <a:schemeClr val="dk1"/>
                        </a:buClr>
                        <a:buSzPts val="1100"/>
                        <a:buFont typeface="Arial"/>
                        <a:buNone/>
                      </a:pPr>
                      <a:endParaRPr sz="700">
                        <a:solidFill>
                          <a:schemeClr val="lt1"/>
                        </a:solidFill>
                      </a:endParaRPr>
                    </a:p>
                    <a:p>
                      <a:pPr marL="0" lvl="0" indent="0" algn="l" rtl="0">
                        <a:spcBef>
                          <a:spcPts val="0"/>
                        </a:spcBef>
                        <a:spcAft>
                          <a:spcPts val="0"/>
                        </a:spcAft>
                        <a:buClr>
                          <a:schemeClr val="dk1"/>
                        </a:buClr>
                        <a:buSzPts val="1100"/>
                        <a:buFont typeface="Arial"/>
                        <a:buNone/>
                      </a:pPr>
                      <a:r>
                        <a:rPr lang="en" sz="700">
                          <a:solidFill>
                            <a:schemeClr val="lt1"/>
                          </a:solidFill>
                        </a:rPr>
                        <a:t>Targets outbreak prediction at the CONUS climate division level within California</a:t>
                      </a:r>
                      <a:endParaRPr sz="8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800">
                          <a:solidFill>
                            <a:schemeClr val="lt1"/>
                          </a:solidFill>
                        </a:rPr>
                        <a:t>ARIMA (SARIMAX)</a:t>
                      </a:r>
                      <a:endParaRPr sz="800">
                        <a:solidFill>
                          <a:schemeClr val="lt1"/>
                        </a:solidFill>
                      </a:endParaRPr>
                    </a:p>
                  </a:txBody>
                  <a:tcPr marL="91425" marR="91425" marT="91425" marB="91425">
                    <a:lnR w="9525" cap="flat" cmpd="sng">
                      <a:solidFill>
                        <a:srgbClr val="9E9E9E"/>
                      </a:solidFill>
                      <a:prstDash val="solid"/>
                      <a:round/>
                      <a:headEnd type="none" w="sm" len="sm"/>
                      <a:tailEnd type="none" w="sm" len="sm"/>
                    </a:lnR>
                    <a:solidFill>
                      <a:schemeClr val="dk1"/>
                    </a:solidFill>
                  </a:tcPr>
                </a:tc>
                <a:tc>
                  <a:txBody>
                    <a:bodyPr/>
                    <a:lstStyle/>
                    <a:p>
                      <a:pPr marL="0" lvl="0" indent="0" algn="l" rtl="0">
                        <a:spcBef>
                          <a:spcPts val="0"/>
                        </a:spcBef>
                        <a:spcAft>
                          <a:spcPts val="0"/>
                        </a:spcAft>
                        <a:buClr>
                          <a:schemeClr val="dk1"/>
                        </a:buClr>
                        <a:buSzPts val="1100"/>
                        <a:buFont typeface="Arial"/>
                        <a:buNone/>
                      </a:pPr>
                      <a:r>
                        <a:rPr lang="en" sz="500" b="1">
                          <a:solidFill>
                            <a:srgbClr val="D8DEE9"/>
                          </a:solidFill>
                          <a:latin typeface="Courier New"/>
                          <a:ea typeface="Courier New"/>
                          <a:cs typeface="Courier New"/>
                          <a:sym typeface="Courier New"/>
                        </a:rPr>
                        <a:t> </a:t>
                      </a:r>
                      <a:r>
                        <a:rPr lang="en" sz="600" b="1">
                          <a:solidFill>
                            <a:srgbClr val="D8DEE9"/>
                          </a:solidFill>
                        </a:rPr>
                        <a:t>      </a:t>
                      </a:r>
                      <a:r>
                        <a:rPr lang="en" sz="500" b="1">
                          <a:solidFill>
                            <a:srgbClr val="D8DEE9"/>
                          </a:solidFill>
                        </a:rPr>
                        <a:t>Accuracy     Precision    Recall     </a:t>
                      </a:r>
                      <a:r>
                        <a:rPr lang="en" sz="500" b="1">
                          <a:solidFill>
                            <a:schemeClr val="dk1"/>
                          </a:solidFill>
                        </a:rPr>
                        <a:t> </a:t>
                      </a:r>
                      <a:r>
                        <a:rPr lang="en" sz="500" b="1">
                          <a:solidFill>
                            <a:schemeClr val="lt1"/>
                          </a:solidFill>
                        </a:rPr>
                        <a:t>F1  </a:t>
                      </a:r>
                      <a:endParaRPr sz="500" b="1">
                        <a:solidFill>
                          <a:schemeClr val="lt1"/>
                        </a:solidFill>
                      </a:endParaRPr>
                    </a:p>
                    <a:p>
                      <a:pPr marL="0" lvl="0" indent="0" algn="l" rtl="0">
                        <a:spcBef>
                          <a:spcPts val="0"/>
                        </a:spcBef>
                        <a:spcAft>
                          <a:spcPts val="0"/>
                        </a:spcAft>
                        <a:buClr>
                          <a:schemeClr val="dk1"/>
                        </a:buClr>
                        <a:buSzPts val="1100"/>
                        <a:buFont typeface="Arial"/>
                        <a:buNone/>
                      </a:pPr>
                      <a:r>
                        <a:rPr lang="en" sz="500" b="1">
                          <a:solidFill>
                            <a:schemeClr val="lt1"/>
                          </a:solidFill>
                        </a:rPr>
                        <a:t>y_3      0.672            0.558         0.690     0.617</a:t>
                      </a:r>
                      <a:endParaRPr sz="500" b="1">
                        <a:solidFill>
                          <a:schemeClr val="lt1"/>
                        </a:solidFill>
                      </a:endParaRPr>
                    </a:p>
                    <a:p>
                      <a:pPr marL="0" lvl="0" indent="0" algn="l" rtl="0">
                        <a:spcBef>
                          <a:spcPts val="0"/>
                        </a:spcBef>
                        <a:spcAft>
                          <a:spcPts val="0"/>
                        </a:spcAft>
                        <a:buNone/>
                      </a:pPr>
                      <a:r>
                        <a:rPr lang="en" sz="500" b="1">
                          <a:solidFill>
                            <a:schemeClr val="lt1"/>
                          </a:solidFill>
                        </a:rPr>
                        <a:t>y_7      0.659            0.529         0.692     0.600     </a:t>
                      </a:r>
                      <a:endParaRPr sz="500" b="1">
                        <a:solidFill>
                          <a:schemeClr val="lt1"/>
                        </a:solidFill>
                      </a:endParaRPr>
                    </a:p>
                    <a:p>
                      <a:pPr marL="0" lvl="0" indent="0" algn="l" rtl="0">
                        <a:spcBef>
                          <a:spcPts val="0"/>
                        </a:spcBef>
                        <a:spcAft>
                          <a:spcPts val="0"/>
                        </a:spcAft>
                        <a:buClr>
                          <a:schemeClr val="dk1"/>
                        </a:buClr>
                        <a:buSzPts val="1100"/>
                        <a:buFont typeface="Arial"/>
                        <a:buNone/>
                      </a:pPr>
                      <a:r>
                        <a:rPr lang="en" sz="500" b="1">
                          <a:solidFill>
                            <a:schemeClr val="lt1"/>
                          </a:solidFill>
                        </a:rPr>
                        <a:t>y_14    0.650            0508          0.695     0.587</a:t>
                      </a:r>
                      <a:endParaRPr sz="500" b="1">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r>
                        <a:rPr lang="en" sz="600">
                          <a:solidFill>
                            <a:schemeClr val="lt1"/>
                          </a:solidFill>
                        </a:rPr>
                        <a:t>3-day: 21.9%</a:t>
                      </a:r>
                      <a:endParaRPr sz="600">
                        <a:solidFill>
                          <a:schemeClr val="lt1"/>
                        </a:solidFill>
                      </a:endParaRPr>
                    </a:p>
                    <a:p>
                      <a:pPr marL="0" lvl="0" indent="0" algn="l" rtl="0">
                        <a:spcBef>
                          <a:spcPts val="0"/>
                        </a:spcBef>
                        <a:spcAft>
                          <a:spcPts val="0"/>
                        </a:spcAft>
                        <a:buNone/>
                      </a:pPr>
                      <a:r>
                        <a:rPr lang="en" sz="600">
                          <a:solidFill>
                            <a:schemeClr val="lt1"/>
                          </a:solidFill>
                        </a:rPr>
                        <a:t>7-day:33.9%</a:t>
                      </a:r>
                      <a:endParaRPr sz="600">
                        <a:solidFill>
                          <a:schemeClr val="lt1"/>
                        </a:solidFill>
                      </a:endParaRPr>
                    </a:p>
                    <a:p>
                      <a:pPr marL="0" lvl="0" indent="0" algn="l" rtl="0">
                        <a:spcBef>
                          <a:spcPts val="0"/>
                        </a:spcBef>
                        <a:spcAft>
                          <a:spcPts val="0"/>
                        </a:spcAft>
                        <a:buNone/>
                      </a:pPr>
                      <a:r>
                        <a:rPr lang="en" sz="600">
                          <a:solidFill>
                            <a:schemeClr val="lt1"/>
                          </a:solidFill>
                        </a:rPr>
                        <a:t>14-day: 41.8%</a:t>
                      </a:r>
                      <a:endParaRPr sz="600">
                        <a:solidFill>
                          <a:schemeClr val="lt1"/>
                        </a:solidFill>
                      </a:endParaRPr>
                    </a:p>
                  </a:txBody>
                  <a:tcPr marL="91425" marR="91425" marT="91425" marB="91425">
                    <a:lnL w="9525" cap="flat" cmpd="sng">
                      <a:solidFill>
                        <a:srgbClr val="9E9E9E"/>
                      </a:solidFill>
                      <a:prstDash val="solid"/>
                      <a:round/>
                      <a:headEnd type="none" w="sm" len="sm"/>
                      <a:tailEnd type="none" w="sm" len="sm"/>
                    </a:lnL>
                    <a:solidFill>
                      <a:schemeClr val="dk1"/>
                    </a:solidFill>
                  </a:tcPr>
                </a:tc>
                <a:tc>
                  <a:txBody>
                    <a:bodyPr/>
                    <a:lstStyle/>
                    <a:p>
                      <a:pPr marL="0" lvl="0" indent="0" algn="l" rtl="0">
                        <a:spcBef>
                          <a:spcPts val="0"/>
                        </a:spcBef>
                        <a:spcAft>
                          <a:spcPts val="0"/>
                        </a:spcAft>
                        <a:buClr>
                          <a:schemeClr val="dk1"/>
                        </a:buClr>
                        <a:buSzPts val="1100"/>
                        <a:buFont typeface="Arial"/>
                        <a:buNone/>
                      </a:pPr>
                      <a:r>
                        <a:rPr lang="en" sz="700" b="1">
                          <a:solidFill>
                            <a:schemeClr val="lt1"/>
                          </a:solidFill>
                        </a:rPr>
                        <a:t>Labels:</a:t>
                      </a:r>
                      <a:r>
                        <a:rPr lang="en" sz="700">
                          <a:solidFill>
                            <a:schemeClr val="lt1"/>
                          </a:solidFill>
                        </a:rPr>
                        <a:t> 3, 7, 14 days forecasts, CONUS climate divisions</a:t>
                      </a:r>
                      <a:endParaRPr sz="700">
                        <a:solidFill>
                          <a:schemeClr val="lt1"/>
                        </a:solidFill>
                      </a:endParaRPr>
                    </a:p>
                    <a:p>
                      <a:pPr marL="0" lvl="0" indent="0" algn="l" rtl="0">
                        <a:spcBef>
                          <a:spcPts val="0"/>
                        </a:spcBef>
                        <a:spcAft>
                          <a:spcPts val="0"/>
                        </a:spcAft>
                        <a:buClr>
                          <a:schemeClr val="dk1"/>
                        </a:buClr>
                        <a:buSzPts val="1100"/>
                        <a:buFont typeface="Arial"/>
                        <a:buNone/>
                      </a:pPr>
                      <a:r>
                        <a:rPr lang="en" sz="700" b="1">
                          <a:solidFill>
                            <a:schemeClr val="lt1"/>
                          </a:solidFill>
                        </a:rPr>
                        <a:t>Features:</a:t>
                      </a:r>
                      <a:r>
                        <a:rPr lang="en" sz="700">
                          <a:solidFill>
                            <a:schemeClr val="lt1"/>
                          </a:solidFill>
                        </a:rPr>
                        <a:t> Geolocated Fire and weather data</a:t>
                      </a:r>
                      <a:endParaRPr sz="800">
                        <a:solidFill>
                          <a:schemeClr val="lt1"/>
                        </a:solidFill>
                      </a:endParaRPr>
                    </a:p>
                  </a:txBody>
                  <a:tcPr marL="91425" marR="91425" marT="91425" marB="91425">
                    <a:solidFill>
                      <a:schemeClr val="dk1"/>
                    </a:solidFill>
                  </a:tcPr>
                </a:tc>
                <a:tc>
                  <a:txBody>
                    <a:bodyPr/>
                    <a:lstStyle/>
                    <a:p>
                      <a:pPr marL="0" lvl="0" indent="0" algn="l" rtl="0">
                        <a:spcBef>
                          <a:spcPts val="0"/>
                        </a:spcBef>
                        <a:spcAft>
                          <a:spcPts val="0"/>
                        </a:spcAft>
                        <a:buNone/>
                      </a:pPr>
                      <a:r>
                        <a:rPr lang="en" sz="800">
                          <a:solidFill>
                            <a:schemeClr val="lt1"/>
                          </a:solidFill>
                        </a:rPr>
                        <a:t>Order (p,d,q)</a:t>
                      </a:r>
                      <a:endParaRPr sz="800">
                        <a:solidFill>
                          <a:schemeClr val="lt1"/>
                        </a:solidFill>
                      </a:endParaRPr>
                    </a:p>
                    <a:p>
                      <a:pPr marL="0" lvl="0" indent="0" algn="l" rtl="0">
                        <a:spcBef>
                          <a:spcPts val="0"/>
                        </a:spcBef>
                        <a:spcAft>
                          <a:spcPts val="0"/>
                        </a:spcAft>
                        <a:buNone/>
                      </a:pPr>
                      <a:r>
                        <a:rPr lang="en" sz="800">
                          <a:solidFill>
                            <a:schemeClr val="lt1"/>
                          </a:solidFill>
                        </a:rPr>
                        <a:t>Seasonal order (P, D, Q)</a:t>
                      </a:r>
                      <a:endParaRPr sz="800">
                        <a:solidFill>
                          <a:schemeClr val="lt1"/>
                        </a:solidFill>
                      </a:endParaRPr>
                    </a:p>
                  </a:txBody>
                  <a:tcPr marL="91425" marR="91425" marT="91425" marB="91425">
                    <a:solidFill>
                      <a:schemeClr val="dk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83"/>
          <p:cNvSpPr txBox="1">
            <a:spLocks noGrp="1"/>
          </p:cNvSpPr>
          <p:nvPr>
            <p:ph type="title"/>
          </p:nvPr>
        </p:nvSpPr>
        <p:spPr>
          <a:xfrm>
            <a:off x="311700" y="1096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Logistic Regression (Baseline)</a:t>
            </a:r>
            <a:endParaRPr/>
          </a:p>
          <a:p>
            <a:pPr marL="0" lvl="0" indent="0" algn="ctr" rtl="0">
              <a:spcBef>
                <a:spcPts val="0"/>
              </a:spcBef>
              <a:spcAft>
                <a:spcPts val="0"/>
              </a:spcAft>
              <a:buNone/>
            </a:pPr>
            <a:r>
              <a:rPr lang="en"/>
              <a:t>Scikit learn</a:t>
            </a:r>
            <a:endParaRPr/>
          </a:p>
        </p:txBody>
      </p:sp>
      <p:pic>
        <p:nvPicPr>
          <p:cNvPr id="422" name="Google Shape;422;p83"/>
          <p:cNvPicPr preferRelativeResize="0"/>
          <p:nvPr/>
        </p:nvPicPr>
        <p:blipFill>
          <a:blip r:embed="rId3">
            <a:alphaModFix/>
          </a:blip>
          <a:stretch>
            <a:fillRect/>
          </a:stretch>
        </p:blipFill>
        <p:spPr>
          <a:xfrm>
            <a:off x="65000" y="3041450"/>
            <a:ext cx="6250649" cy="1728550"/>
          </a:xfrm>
          <a:prstGeom prst="rect">
            <a:avLst/>
          </a:prstGeom>
          <a:noFill/>
          <a:ln>
            <a:noFill/>
          </a:ln>
        </p:spPr>
      </p:pic>
      <p:pic>
        <p:nvPicPr>
          <p:cNvPr id="423" name="Google Shape;423;p83"/>
          <p:cNvPicPr preferRelativeResize="0"/>
          <p:nvPr/>
        </p:nvPicPr>
        <p:blipFill>
          <a:blip r:embed="rId4">
            <a:alphaModFix/>
          </a:blip>
          <a:stretch>
            <a:fillRect/>
          </a:stretch>
        </p:blipFill>
        <p:spPr>
          <a:xfrm>
            <a:off x="7443033" y="257350"/>
            <a:ext cx="1455967" cy="970650"/>
          </a:xfrm>
          <a:prstGeom prst="rect">
            <a:avLst/>
          </a:prstGeom>
          <a:noFill/>
          <a:ln>
            <a:noFill/>
          </a:ln>
        </p:spPr>
      </p:pic>
      <p:pic>
        <p:nvPicPr>
          <p:cNvPr id="424" name="Google Shape;424;p83"/>
          <p:cNvPicPr preferRelativeResize="0"/>
          <p:nvPr/>
        </p:nvPicPr>
        <p:blipFill>
          <a:blip r:embed="rId5">
            <a:alphaModFix/>
          </a:blip>
          <a:stretch>
            <a:fillRect/>
          </a:stretch>
        </p:blipFill>
        <p:spPr>
          <a:xfrm>
            <a:off x="6413250" y="3041450"/>
            <a:ext cx="2635675" cy="1728550"/>
          </a:xfrm>
          <a:prstGeom prst="rect">
            <a:avLst/>
          </a:prstGeom>
          <a:noFill/>
          <a:ln>
            <a:noFill/>
          </a:ln>
        </p:spPr>
      </p:pic>
      <p:sp>
        <p:nvSpPr>
          <p:cNvPr id="425" name="Google Shape;425;p83"/>
          <p:cNvSpPr txBox="1"/>
          <p:nvPr/>
        </p:nvSpPr>
        <p:spPr>
          <a:xfrm>
            <a:off x="2633138" y="1470638"/>
            <a:ext cx="3682500" cy="1437900"/>
          </a:xfrm>
          <a:prstGeom prst="rect">
            <a:avLst/>
          </a:prstGeom>
          <a:noFill/>
          <a:ln>
            <a:noFill/>
          </a:ln>
        </p:spPr>
        <p:txBody>
          <a:bodyPr spcFirstLastPara="1" wrap="square" lIns="91425" tIns="91425" rIns="91425" bIns="91425" anchor="t" anchorCtr="0">
            <a:spAutoFit/>
          </a:bodyPr>
          <a:lstStyle/>
          <a:p>
            <a:pPr marL="0" lvl="0" indent="0" algn="ctr" rtl="0">
              <a:lnSpc>
                <a:spcPct val="125000"/>
              </a:lnSpc>
              <a:spcBef>
                <a:spcPts val="2300"/>
              </a:spcBef>
              <a:spcAft>
                <a:spcPts val="0"/>
              </a:spcAft>
              <a:buNone/>
            </a:pPr>
            <a:r>
              <a:rPr lang="en" sz="1800">
                <a:solidFill>
                  <a:srgbClr val="D8DEE9"/>
                </a:solidFill>
                <a:highlight>
                  <a:srgbClr val="141414"/>
                </a:highlight>
              </a:rPr>
              <a:t>Hyperparameters</a:t>
            </a:r>
            <a:endParaRPr sz="1800">
              <a:solidFill>
                <a:srgbClr val="D8DEE9"/>
              </a:solidFill>
              <a:highlight>
                <a:srgbClr val="141414"/>
              </a:highlight>
            </a:endParaRPr>
          </a:p>
          <a:p>
            <a:pPr marL="609600" lvl="0" indent="-273050" algn="l" rtl="0">
              <a:lnSpc>
                <a:spcPct val="115000"/>
              </a:lnSpc>
              <a:spcBef>
                <a:spcPts val="1400"/>
              </a:spcBef>
              <a:spcAft>
                <a:spcPts val="0"/>
              </a:spcAft>
              <a:buClr>
                <a:srgbClr val="D8DEE9"/>
              </a:buClr>
              <a:buSzPts val="700"/>
              <a:buChar char="●"/>
            </a:pPr>
            <a:r>
              <a:rPr lang="en" sz="700">
                <a:solidFill>
                  <a:srgbClr val="D8DEE9"/>
                </a:solidFill>
                <a:highlight>
                  <a:srgbClr val="141414"/>
                </a:highlight>
              </a:rPr>
              <a:t>Algorithm: Multinomial Logistic Regression</a:t>
            </a:r>
            <a:endParaRPr sz="700">
              <a:solidFill>
                <a:srgbClr val="D8DEE9"/>
              </a:solidFill>
              <a:highlight>
                <a:srgbClr val="141414"/>
              </a:highlight>
            </a:endParaRPr>
          </a:p>
          <a:p>
            <a:pPr marL="609600" lvl="0" indent="-273050" algn="l" rtl="0">
              <a:lnSpc>
                <a:spcPct val="115000"/>
              </a:lnSpc>
              <a:spcBef>
                <a:spcPts val="0"/>
              </a:spcBef>
              <a:spcAft>
                <a:spcPts val="0"/>
              </a:spcAft>
              <a:buClr>
                <a:srgbClr val="D8DEE9"/>
              </a:buClr>
              <a:buSzPts val="700"/>
              <a:buChar char="●"/>
            </a:pPr>
            <a:r>
              <a:rPr lang="en" sz="700">
                <a:solidFill>
                  <a:srgbClr val="D8DEE9"/>
                </a:solidFill>
                <a:highlight>
                  <a:srgbClr val="141414"/>
                </a:highlight>
              </a:rPr>
              <a:t>Regularization Strength: C=1.0 (moderate)</a:t>
            </a:r>
            <a:endParaRPr sz="700">
              <a:solidFill>
                <a:srgbClr val="D8DEE9"/>
              </a:solidFill>
              <a:highlight>
                <a:srgbClr val="141414"/>
              </a:highlight>
            </a:endParaRPr>
          </a:p>
          <a:p>
            <a:pPr marL="609600" lvl="0" indent="-273050" algn="l" rtl="0">
              <a:lnSpc>
                <a:spcPct val="115000"/>
              </a:lnSpc>
              <a:spcBef>
                <a:spcPts val="0"/>
              </a:spcBef>
              <a:spcAft>
                <a:spcPts val="0"/>
              </a:spcAft>
              <a:buClr>
                <a:srgbClr val="D8DEE9"/>
              </a:buClr>
              <a:buSzPts val="700"/>
              <a:buChar char="●"/>
            </a:pPr>
            <a:r>
              <a:rPr lang="en" sz="700">
                <a:solidFill>
                  <a:srgbClr val="D8DEE9"/>
                </a:solidFill>
                <a:highlight>
                  <a:srgbClr val="141414"/>
                </a:highlight>
              </a:rPr>
              <a:t>Solver: LBFGS (quasi-Newton method)</a:t>
            </a:r>
            <a:endParaRPr sz="700">
              <a:solidFill>
                <a:srgbClr val="D8DEE9"/>
              </a:solidFill>
              <a:highlight>
                <a:srgbClr val="141414"/>
              </a:highlight>
            </a:endParaRPr>
          </a:p>
          <a:p>
            <a:pPr marL="609600" lvl="0" indent="-273050" algn="l" rtl="0">
              <a:lnSpc>
                <a:spcPct val="115000"/>
              </a:lnSpc>
              <a:spcBef>
                <a:spcPts val="0"/>
              </a:spcBef>
              <a:spcAft>
                <a:spcPts val="0"/>
              </a:spcAft>
              <a:buClr>
                <a:srgbClr val="D8DEE9"/>
              </a:buClr>
              <a:buSzPts val="700"/>
              <a:buChar char="●"/>
            </a:pPr>
            <a:r>
              <a:rPr lang="en" sz="700">
                <a:solidFill>
                  <a:srgbClr val="D8DEE9"/>
                </a:solidFill>
                <a:highlight>
                  <a:srgbClr val="141414"/>
                </a:highlight>
              </a:rPr>
              <a:t>Class Weighting: Balanced (inversely proportional to class frequencies)</a:t>
            </a:r>
            <a:endParaRPr sz="700">
              <a:solidFill>
                <a:srgbClr val="D8DEE9"/>
              </a:solidFill>
              <a:highlight>
                <a:srgbClr val="141414"/>
              </a:highlight>
            </a:endParaRPr>
          </a:p>
          <a:p>
            <a:pPr marL="609600" lvl="0" indent="-273050" algn="l" rtl="0">
              <a:lnSpc>
                <a:spcPct val="115000"/>
              </a:lnSpc>
              <a:spcBef>
                <a:spcPts val="0"/>
              </a:spcBef>
              <a:spcAft>
                <a:spcPts val="0"/>
              </a:spcAft>
              <a:buClr>
                <a:srgbClr val="D8DEE9"/>
              </a:buClr>
              <a:buSzPts val="700"/>
              <a:buChar char="●"/>
            </a:pPr>
            <a:r>
              <a:rPr lang="en" sz="700">
                <a:solidFill>
                  <a:srgbClr val="D8DEE9"/>
                </a:solidFill>
                <a:highlight>
                  <a:srgbClr val="141414"/>
                </a:highlight>
              </a:rPr>
              <a:t>Max Iterations: 1000</a:t>
            </a:r>
            <a:endParaRPr sz="700">
              <a:solidFill>
                <a:srgbClr val="D8DEE9"/>
              </a:solidFill>
              <a:highlight>
                <a:srgbClr val="141414"/>
              </a:highlight>
            </a:endParaRPr>
          </a:p>
          <a:p>
            <a:pPr marL="609600" lvl="0" indent="-273050" algn="l" rtl="0">
              <a:lnSpc>
                <a:spcPct val="115000"/>
              </a:lnSpc>
              <a:spcBef>
                <a:spcPts val="0"/>
              </a:spcBef>
              <a:spcAft>
                <a:spcPts val="0"/>
              </a:spcAft>
              <a:buClr>
                <a:srgbClr val="D8DEE9"/>
              </a:buClr>
              <a:buSzPts val="700"/>
              <a:buChar char="●"/>
            </a:pPr>
            <a:r>
              <a:rPr lang="en" sz="700">
                <a:solidFill>
                  <a:srgbClr val="D8DEE9"/>
                </a:solidFill>
                <a:highlight>
                  <a:srgbClr val="141414"/>
                </a:highlight>
              </a:rPr>
              <a:t>Multi-class Strategy: Multinomial (true softmax-based approach)</a:t>
            </a:r>
            <a:endParaRPr sz="700">
              <a:solidFill>
                <a:srgbClr val="D8DEE9"/>
              </a:solidFill>
              <a:highlight>
                <a:srgbClr val="141414"/>
              </a:highlight>
            </a:endParaRPr>
          </a:p>
        </p:txBody>
      </p:sp>
      <p:sp>
        <p:nvSpPr>
          <p:cNvPr id="426" name="Google Shape;426;p83"/>
          <p:cNvSpPr txBox="1"/>
          <p:nvPr/>
        </p:nvSpPr>
        <p:spPr>
          <a:xfrm>
            <a:off x="-53625" y="257350"/>
            <a:ext cx="2725200" cy="2363700"/>
          </a:xfrm>
          <a:prstGeom prst="rect">
            <a:avLst/>
          </a:prstGeom>
          <a:noFill/>
          <a:ln>
            <a:noFill/>
          </a:ln>
        </p:spPr>
        <p:txBody>
          <a:bodyPr spcFirstLastPara="1" wrap="square" lIns="91425" tIns="91425" rIns="91425" bIns="91425" anchor="t" anchorCtr="0">
            <a:spAutoFit/>
          </a:bodyPr>
          <a:lstStyle/>
          <a:p>
            <a:pPr marL="457200" lvl="0" indent="0" algn="ctr" rtl="0">
              <a:lnSpc>
                <a:spcPct val="115000"/>
              </a:lnSpc>
              <a:spcBef>
                <a:spcPts val="2300"/>
              </a:spcBef>
              <a:spcAft>
                <a:spcPts val="0"/>
              </a:spcAft>
              <a:buNone/>
            </a:pPr>
            <a:r>
              <a:rPr lang="en" sz="1800">
                <a:solidFill>
                  <a:srgbClr val="D8DEE9"/>
                </a:solidFill>
                <a:highlight>
                  <a:srgbClr val="141414"/>
                </a:highlight>
              </a:rPr>
              <a:t>Key Insights</a:t>
            </a:r>
            <a:endParaRPr sz="800" b="1">
              <a:solidFill>
                <a:srgbClr val="D8DEE9"/>
              </a:solidFill>
              <a:highlight>
                <a:srgbClr val="141414"/>
              </a:highlight>
            </a:endParaRPr>
          </a:p>
          <a:p>
            <a:pPr marL="457200" lvl="0" indent="-279400" algn="l" rtl="0">
              <a:lnSpc>
                <a:spcPct val="115000"/>
              </a:lnSpc>
              <a:spcBef>
                <a:spcPts val="1400"/>
              </a:spcBef>
              <a:spcAft>
                <a:spcPts val="0"/>
              </a:spcAft>
              <a:buClr>
                <a:srgbClr val="D8DEE9"/>
              </a:buClr>
              <a:buSzPts val="800"/>
              <a:buChar char="●"/>
            </a:pPr>
            <a:r>
              <a:rPr lang="en" sz="800">
                <a:solidFill>
                  <a:srgbClr val="D8DEE9"/>
                </a:solidFill>
                <a:highlight>
                  <a:srgbClr val="141414"/>
                </a:highlight>
              </a:rPr>
              <a:t>Performance degrades with longer horizons, yet even 14-day predictions (23.2% accuracy) outperform random guessing by 85% in our 8-class problem, confirming genuine predictive power.</a:t>
            </a:r>
            <a:endParaRPr sz="800">
              <a:solidFill>
                <a:srgbClr val="D8DEE9"/>
              </a:solidFill>
              <a:highlight>
                <a:srgbClr val="141414"/>
              </a:highlight>
            </a:endParaRPr>
          </a:p>
          <a:p>
            <a:pPr marL="457200" lvl="0" indent="-279400" algn="l" rtl="0">
              <a:lnSpc>
                <a:spcPct val="115000"/>
              </a:lnSpc>
              <a:spcBef>
                <a:spcPts val="0"/>
              </a:spcBef>
              <a:spcAft>
                <a:spcPts val="0"/>
              </a:spcAft>
              <a:buClr>
                <a:srgbClr val="D8DEE9"/>
              </a:buClr>
              <a:buSzPts val="800"/>
              <a:buChar char="●"/>
            </a:pPr>
            <a:r>
              <a:rPr lang="en" sz="800">
                <a:solidFill>
                  <a:srgbClr val="D8DEE9"/>
                </a:solidFill>
                <a:highlight>
                  <a:srgbClr val="141414"/>
                </a:highlight>
              </a:rPr>
              <a:t>Higher precision than accuracy indicates the model selectively predicts fires, reducing false alarms while maintaining detection capability.</a:t>
            </a:r>
            <a:endParaRPr sz="800">
              <a:solidFill>
                <a:srgbClr val="D8DEE9"/>
              </a:solidFill>
              <a:highlight>
                <a:srgbClr val="141414"/>
              </a:highlight>
            </a:endParaRPr>
          </a:p>
          <a:p>
            <a:pPr marL="457200" lvl="0" indent="-279400" algn="l" rtl="0">
              <a:lnSpc>
                <a:spcPct val="115000"/>
              </a:lnSpc>
              <a:spcBef>
                <a:spcPts val="0"/>
              </a:spcBef>
              <a:spcAft>
                <a:spcPts val="0"/>
              </a:spcAft>
              <a:buClr>
                <a:srgbClr val="D8DEE9"/>
              </a:buClr>
              <a:buSzPts val="800"/>
              <a:buChar char="●"/>
            </a:pPr>
            <a:r>
              <a:rPr lang="en" sz="800">
                <a:solidFill>
                  <a:srgbClr val="D8DEE9"/>
                </a:solidFill>
                <a:highlight>
                  <a:srgbClr val="141414"/>
                </a:highlight>
              </a:rPr>
              <a:t>The model delivers strong short-term forecasting (3-day: 45.3% accuracy) while still providing actionable intelligence for longer horizons despite increasing uncertainty.</a:t>
            </a:r>
            <a:endParaRPr sz="500">
              <a:solidFill>
                <a:srgbClr val="D8DEE9"/>
              </a:solidFill>
              <a:highlight>
                <a:srgbClr val="141414"/>
              </a:highlight>
            </a:endParaRPr>
          </a:p>
        </p:txBody>
      </p:sp>
      <p:sp>
        <p:nvSpPr>
          <p:cNvPr id="427" name="Google Shape;427;p83"/>
          <p:cNvSpPr txBox="1"/>
          <p:nvPr/>
        </p:nvSpPr>
        <p:spPr>
          <a:xfrm>
            <a:off x="6523588" y="1618625"/>
            <a:ext cx="24150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D8DEE9"/>
                </a:solidFill>
                <a:latin typeface="Courier New"/>
                <a:ea typeface="Courier New"/>
                <a:cs typeface="Courier New"/>
                <a:sym typeface="Courier New"/>
              </a:rPr>
              <a:t> </a:t>
            </a:r>
            <a:r>
              <a:rPr lang="en" sz="800" b="1">
                <a:solidFill>
                  <a:srgbClr val="D8DEE9"/>
                </a:solidFill>
                <a:latin typeface="Courier New"/>
                <a:ea typeface="Courier New"/>
                <a:cs typeface="Courier New"/>
                <a:sym typeface="Courier New"/>
              </a:rPr>
              <a:t>   Performance Metrics</a:t>
            </a:r>
            <a:endParaRPr sz="8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800" b="1">
                <a:solidFill>
                  <a:srgbClr val="D8DEE9"/>
                </a:solidFill>
                <a:latin typeface="Courier New"/>
                <a:ea typeface="Courier New"/>
                <a:cs typeface="Courier New"/>
                <a:sym typeface="Courier New"/>
              </a:rPr>
              <a:t>Accuracy    Precision   Recall   F1  </a:t>
            </a:r>
            <a:endParaRPr sz="8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800" b="1">
                <a:solidFill>
                  <a:srgbClr val="D8DEE9"/>
                </a:solidFill>
                <a:latin typeface="Courier New"/>
                <a:ea typeface="Courier New"/>
                <a:cs typeface="Courier New"/>
                <a:sym typeface="Courier New"/>
              </a:rPr>
              <a:t>y_3  0.453      0.506   0.453  0.473</a:t>
            </a:r>
            <a:endParaRPr sz="8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800" b="1">
                <a:solidFill>
                  <a:srgbClr val="D8DEE9"/>
                </a:solidFill>
                <a:latin typeface="Courier New"/>
                <a:ea typeface="Courier New"/>
                <a:cs typeface="Courier New"/>
                <a:sym typeface="Courier New"/>
              </a:rPr>
              <a:t>y_7  0.320      0.404   0.320  0.349</a:t>
            </a:r>
            <a:endParaRPr sz="8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800" b="1">
                <a:solidFill>
                  <a:srgbClr val="D8DEE9"/>
                </a:solidFill>
                <a:latin typeface="Courier New"/>
                <a:ea typeface="Courier New"/>
                <a:cs typeface="Courier New"/>
                <a:sym typeface="Courier New"/>
              </a:rPr>
              <a:t>y_14 0.232      0.318   0.232  0.260</a:t>
            </a:r>
            <a:endParaRPr sz="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84"/>
          <p:cNvSpPr txBox="1">
            <a:spLocks noGrp="1"/>
          </p:cNvSpPr>
          <p:nvPr>
            <p:ph type="title"/>
          </p:nvPr>
        </p:nvSpPr>
        <p:spPr>
          <a:xfrm>
            <a:off x="277575" y="11455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Neural Network</a:t>
            </a:r>
            <a:endParaRPr/>
          </a:p>
        </p:txBody>
      </p:sp>
      <p:pic>
        <p:nvPicPr>
          <p:cNvPr id="433" name="Google Shape;433;p84"/>
          <p:cNvPicPr preferRelativeResize="0"/>
          <p:nvPr/>
        </p:nvPicPr>
        <p:blipFill>
          <a:blip r:embed="rId3">
            <a:alphaModFix/>
          </a:blip>
          <a:stretch>
            <a:fillRect/>
          </a:stretch>
        </p:blipFill>
        <p:spPr>
          <a:xfrm>
            <a:off x="7521325" y="77075"/>
            <a:ext cx="1463075" cy="1213276"/>
          </a:xfrm>
          <a:prstGeom prst="rect">
            <a:avLst/>
          </a:prstGeom>
          <a:noFill/>
          <a:ln>
            <a:noFill/>
          </a:ln>
        </p:spPr>
      </p:pic>
      <p:pic>
        <p:nvPicPr>
          <p:cNvPr id="434" name="Google Shape;434;p84"/>
          <p:cNvPicPr preferRelativeResize="0"/>
          <p:nvPr/>
        </p:nvPicPr>
        <p:blipFill>
          <a:blip r:embed="rId4">
            <a:alphaModFix/>
          </a:blip>
          <a:stretch>
            <a:fillRect/>
          </a:stretch>
        </p:blipFill>
        <p:spPr>
          <a:xfrm>
            <a:off x="40625" y="3114250"/>
            <a:ext cx="7211727" cy="1994301"/>
          </a:xfrm>
          <a:prstGeom prst="rect">
            <a:avLst/>
          </a:prstGeom>
          <a:noFill/>
          <a:ln>
            <a:noFill/>
          </a:ln>
        </p:spPr>
      </p:pic>
      <p:sp>
        <p:nvSpPr>
          <p:cNvPr id="435" name="Google Shape;435;p84"/>
          <p:cNvSpPr txBox="1"/>
          <p:nvPr/>
        </p:nvSpPr>
        <p:spPr>
          <a:xfrm>
            <a:off x="7413463" y="3499550"/>
            <a:ext cx="1678800" cy="1223700"/>
          </a:xfrm>
          <a:prstGeom prst="rect">
            <a:avLst/>
          </a:prstGeom>
          <a:solidFill>
            <a:schemeClr val="dk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50" b="1">
                <a:solidFill>
                  <a:srgbClr val="D8DEE9"/>
                </a:solidFill>
                <a:latin typeface="Courier New"/>
                <a:ea typeface="Courier New"/>
                <a:cs typeface="Courier New"/>
                <a:sym typeface="Courier New"/>
              </a:rPr>
              <a:t>       Accuracy  Precision </a:t>
            </a:r>
            <a:endParaRPr sz="75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750" b="1">
                <a:solidFill>
                  <a:srgbClr val="D8DEE9"/>
                </a:solidFill>
                <a:latin typeface="Courier New"/>
                <a:ea typeface="Courier New"/>
                <a:cs typeface="Courier New"/>
                <a:sym typeface="Courier New"/>
              </a:rPr>
              <a:t>y_3      0.508      0.531   </a:t>
            </a:r>
            <a:endParaRPr sz="75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750" b="1">
                <a:solidFill>
                  <a:srgbClr val="D8DEE9"/>
                </a:solidFill>
                <a:latin typeface="Courier New"/>
                <a:ea typeface="Courier New"/>
                <a:cs typeface="Courier New"/>
                <a:sym typeface="Courier New"/>
              </a:rPr>
              <a:t>y_7      0.367      0.417 </a:t>
            </a:r>
            <a:endParaRPr sz="75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750" b="1">
                <a:solidFill>
                  <a:srgbClr val="D8DEE9"/>
                </a:solidFill>
                <a:latin typeface="Courier New"/>
                <a:ea typeface="Courier New"/>
                <a:cs typeface="Courier New"/>
                <a:sym typeface="Courier New"/>
              </a:rPr>
              <a:t>y_14     0.257      0.328  </a:t>
            </a:r>
            <a:endParaRPr sz="75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750" b="1">
                <a:solidFill>
                  <a:srgbClr val="D8DEE9"/>
                </a:solidFill>
                <a:latin typeface="Courier New"/>
                <a:ea typeface="Courier New"/>
                <a:cs typeface="Courier New"/>
                <a:sym typeface="Courier New"/>
              </a:rPr>
              <a:t> </a:t>
            </a:r>
            <a:endParaRPr sz="75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750" b="1">
                <a:solidFill>
                  <a:srgbClr val="D8DEE9"/>
                </a:solidFill>
                <a:latin typeface="Courier New"/>
                <a:ea typeface="Courier New"/>
                <a:cs typeface="Courier New"/>
                <a:sym typeface="Courier New"/>
              </a:rPr>
              <a:t>         Recall      F1</a:t>
            </a:r>
            <a:endParaRPr sz="750" b="1">
              <a:solidFill>
                <a:srgbClr val="D8DEE9"/>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750" b="1">
                <a:solidFill>
                  <a:srgbClr val="D8DEE9"/>
                </a:solidFill>
                <a:latin typeface="Courier New"/>
                <a:ea typeface="Courier New"/>
                <a:cs typeface="Courier New"/>
                <a:sym typeface="Courier New"/>
              </a:rPr>
              <a:t>y_3       0.508     0.517</a:t>
            </a:r>
            <a:endParaRPr sz="750" b="1">
              <a:solidFill>
                <a:srgbClr val="D8DEE9"/>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750" b="1">
                <a:solidFill>
                  <a:srgbClr val="D8DEE9"/>
                </a:solidFill>
                <a:latin typeface="Courier New"/>
                <a:ea typeface="Courier New"/>
                <a:cs typeface="Courier New"/>
                <a:sym typeface="Courier New"/>
              </a:rPr>
              <a:t>y_7       0.367     0.381</a:t>
            </a:r>
            <a:endParaRPr sz="750" b="1">
              <a:solidFill>
                <a:srgbClr val="D8DEE9"/>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750" b="1">
                <a:solidFill>
                  <a:srgbClr val="D8DEE9"/>
                </a:solidFill>
                <a:latin typeface="Courier New"/>
                <a:ea typeface="Courier New"/>
                <a:cs typeface="Courier New"/>
                <a:sym typeface="Courier New"/>
              </a:rPr>
              <a:t>y_14      0.257     0.275</a:t>
            </a:r>
            <a:endParaRPr sz="750" b="1">
              <a:solidFill>
                <a:srgbClr val="D8DEE9"/>
              </a:solidFill>
              <a:latin typeface="Courier New"/>
              <a:ea typeface="Courier New"/>
              <a:cs typeface="Courier New"/>
              <a:sym typeface="Courier New"/>
            </a:endParaRPr>
          </a:p>
        </p:txBody>
      </p:sp>
      <p:pic>
        <p:nvPicPr>
          <p:cNvPr id="436" name="Google Shape;436;p84"/>
          <p:cNvPicPr preferRelativeResize="0"/>
          <p:nvPr/>
        </p:nvPicPr>
        <p:blipFill rotWithShape="1">
          <a:blip r:embed="rId5">
            <a:alphaModFix/>
          </a:blip>
          <a:srcRect r="49347"/>
          <a:stretch/>
        </p:blipFill>
        <p:spPr>
          <a:xfrm>
            <a:off x="64975" y="77075"/>
            <a:ext cx="1463076" cy="2892299"/>
          </a:xfrm>
          <a:prstGeom prst="rect">
            <a:avLst/>
          </a:prstGeom>
          <a:noFill/>
          <a:ln>
            <a:noFill/>
          </a:ln>
        </p:spPr>
      </p:pic>
      <p:sp>
        <p:nvSpPr>
          <p:cNvPr id="437" name="Google Shape;437;p84"/>
          <p:cNvSpPr txBox="1"/>
          <p:nvPr/>
        </p:nvSpPr>
        <p:spPr>
          <a:xfrm>
            <a:off x="4528738" y="462963"/>
            <a:ext cx="3682500" cy="2399100"/>
          </a:xfrm>
          <a:prstGeom prst="rect">
            <a:avLst/>
          </a:prstGeom>
          <a:noFill/>
          <a:ln>
            <a:noFill/>
          </a:ln>
        </p:spPr>
        <p:txBody>
          <a:bodyPr spcFirstLastPara="1" wrap="square" lIns="91425" tIns="91425" rIns="91425" bIns="91425" anchor="t" anchorCtr="0">
            <a:spAutoFit/>
          </a:bodyPr>
          <a:lstStyle/>
          <a:p>
            <a:pPr marL="0" lvl="0" indent="0" algn="ctr" rtl="0">
              <a:lnSpc>
                <a:spcPct val="125000"/>
              </a:lnSpc>
              <a:spcBef>
                <a:spcPts val="2300"/>
              </a:spcBef>
              <a:spcAft>
                <a:spcPts val="0"/>
              </a:spcAft>
              <a:buNone/>
            </a:pPr>
            <a:r>
              <a:rPr lang="en" sz="1000">
                <a:solidFill>
                  <a:srgbClr val="D8DEE9"/>
                </a:solidFill>
                <a:highlight>
                  <a:srgbClr val="141414"/>
                </a:highlight>
              </a:rPr>
              <a:t>Best hyperparameters:</a:t>
            </a:r>
            <a:endParaRPr sz="700">
              <a:solidFill>
                <a:srgbClr val="D8DEE9"/>
              </a:solidFill>
              <a:latin typeface="Courier New"/>
              <a:ea typeface="Courier New"/>
              <a:cs typeface="Courier New"/>
              <a:sym typeface="Courier New"/>
            </a:endParaRPr>
          </a:p>
          <a:p>
            <a:pPr marL="457200" lvl="0" indent="-273050" algn="l" rtl="0">
              <a:lnSpc>
                <a:spcPct val="115000"/>
              </a:lnSpc>
              <a:spcBef>
                <a:spcPts val="1400"/>
              </a:spcBef>
              <a:spcAft>
                <a:spcPts val="0"/>
              </a:spcAft>
              <a:buClr>
                <a:srgbClr val="D8DEE9"/>
              </a:buClr>
              <a:buSzPts val="700"/>
              <a:buChar char="●"/>
            </a:pPr>
            <a:r>
              <a:rPr lang="en" sz="700">
                <a:solidFill>
                  <a:srgbClr val="D8DEE9"/>
                </a:solidFill>
              </a:rPr>
              <a:t>    batch_size: 128</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n_layers: 3</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n_units_l0: 508</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activation_l0: selu</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dropout_l0: 0.49796887444551813</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n_units_l1: 45</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activation_l1: selu</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dropout_l1: 0.003571962578178628</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n_units_l2: 367</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activation_l2: elu</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dropout_l2: 0.1540127137562558</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learning_rate: 1.3230185409824418e-05</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lr_decay_factor: 0.49956238105043055</a:t>
            </a:r>
            <a:endParaRPr sz="700">
              <a:solidFill>
                <a:srgbClr val="D8DEE9"/>
              </a:solidFill>
            </a:endParaRPr>
          </a:p>
          <a:p>
            <a:pPr marL="457200" lvl="0" indent="-273050" algn="l" rtl="0">
              <a:lnSpc>
                <a:spcPct val="115000"/>
              </a:lnSpc>
              <a:spcBef>
                <a:spcPts val="0"/>
              </a:spcBef>
              <a:spcAft>
                <a:spcPts val="0"/>
              </a:spcAft>
              <a:buClr>
                <a:srgbClr val="D8DEE9"/>
              </a:buClr>
              <a:buSzPts val="700"/>
              <a:buChar char="●"/>
            </a:pPr>
            <a:r>
              <a:rPr lang="en" sz="700">
                <a:solidFill>
                  <a:srgbClr val="D8DEE9"/>
                </a:solidFill>
              </a:rPr>
              <a:t>    lr_patience: 3</a:t>
            </a:r>
            <a:endParaRPr sz="700">
              <a:solidFill>
                <a:srgbClr val="D8DEE9"/>
              </a:solidFill>
            </a:endParaRPr>
          </a:p>
          <a:p>
            <a:pPr marL="609600" lvl="0" indent="-273050" algn="l" rtl="0">
              <a:lnSpc>
                <a:spcPct val="115000"/>
              </a:lnSpc>
              <a:spcBef>
                <a:spcPts val="0"/>
              </a:spcBef>
              <a:spcAft>
                <a:spcPts val="0"/>
              </a:spcAft>
              <a:buClr>
                <a:srgbClr val="D8DEE9"/>
              </a:buClr>
              <a:buSzPts val="700"/>
              <a:buChar char="●"/>
            </a:pPr>
            <a:r>
              <a:rPr lang="en" sz="700">
                <a:solidFill>
                  <a:srgbClr val="D8DEE9"/>
                </a:solidFill>
              </a:rPr>
              <a:t>Best validation accuracy: 0.5505</a:t>
            </a:r>
            <a:endParaRPr sz="700">
              <a:solidFill>
                <a:srgbClr val="D8DEE9"/>
              </a:solidFill>
              <a:highlight>
                <a:srgbClr val="141414"/>
              </a:highlight>
            </a:endParaRPr>
          </a:p>
        </p:txBody>
      </p:sp>
      <p:sp>
        <p:nvSpPr>
          <p:cNvPr id="438" name="Google Shape;438;p84"/>
          <p:cNvSpPr txBox="1"/>
          <p:nvPr/>
        </p:nvSpPr>
        <p:spPr>
          <a:xfrm>
            <a:off x="1691725" y="653088"/>
            <a:ext cx="3000000" cy="2065200"/>
          </a:xfrm>
          <a:prstGeom prst="rect">
            <a:avLst/>
          </a:prstGeom>
          <a:noFill/>
          <a:ln>
            <a:noFill/>
          </a:ln>
        </p:spPr>
        <p:txBody>
          <a:bodyPr spcFirstLastPara="1" wrap="square" lIns="91425" tIns="91425" rIns="91425" bIns="91425" anchor="t" anchorCtr="0">
            <a:spAutoFit/>
          </a:bodyPr>
          <a:lstStyle/>
          <a:p>
            <a:pPr marL="0" lvl="0" indent="0" algn="l" rtl="0">
              <a:lnSpc>
                <a:spcPct val="125000"/>
              </a:lnSpc>
              <a:spcBef>
                <a:spcPts val="2300"/>
              </a:spcBef>
              <a:spcAft>
                <a:spcPts val="0"/>
              </a:spcAft>
              <a:buNone/>
            </a:pPr>
            <a:r>
              <a:rPr lang="en" sz="1000">
                <a:solidFill>
                  <a:srgbClr val="D8DEE9"/>
                </a:solidFill>
                <a:highlight>
                  <a:srgbClr val="141414"/>
                </a:highlight>
              </a:rPr>
              <a:t>FF Neural Network vs. Baseline: Key Findings</a:t>
            </a:r>
            <a:endParaRPr sz="1000">
              <a:solidFill>
                <a:srgbClr val="D8DEE9"/>
              </a:solidFill>
              <a:highlight>
                <a:srgbClr val="141414"/>
              </a:highlight>
            </a:endParaRPr>
          </a:p>
          <a:p>
            <a:pPr marL="457200" lvl="0" indent="-273050" algn="l" rtl="0">
              <a:spcBef>
                <a:spcPts val="1400"/>
              </a:spcBef>
              <a:spcAft>
                <a:spcPts val="0"/>
              </a:spcAft>
              <a:buClr>
                <a:srgbClr val="D8DEE9"/>
              </a:buClr>
              <a:buSzPts val="700"/>
              <a:buChar char="●"/>
            </a:pPr>
            <a:r>
              <a:rPr lang="en" sz="700">
                <a:solidFill>
                  <a:srgbClr val="D8DEE9"/>
                </a:solidFill>
                <a:highlight>
                  <a:srgbClr val="141414"/>
                </a:highlight>
              </a:rPr>
              <a:t>FF Neural networks outperform logistic regression across all prediction horizons, with the most significant improvement in 3-day forecasts (+5.5 points, reaching 50.8% accuracy).</a:t>
            </a:r>
            <a:endParaRPr sz="700">
              <a:solidFill>
                <a:srgbClr val="D8DEE9"/>
              </a:solidFill>
              <a:highlight>
                <a:srgbClr val="141414"/>
              </a:highlight>
            </a:endParaRPr>
          </a:p>
          <a:p>
            <a:pPr marL="457200" lvl="0" indent="-273050" algn="l" rtl="0">
              <a:spcBef>
                <a:spcPts val="0"/>
              </a:spcBef>
              <a:spcAft>
                <a:spcPts val="0"/>
              </a:spcAft>
              <a:buClr>
                <a:srgbClr val="D8DEE9"/>
              </a:buClr>
              <a:buSzPts val="700"/>
              <a:buChar char="●"/>
            </a:pPr>
            <a:r>
              <a:rPr lang="en" sz="700">
                <a:solidFill>
                  <a:srgbClr val="D8DEE9"/>
                </a:solidFill>
                <a:highlight>
                  <a:srgbClr val="141414"/>
                </a:highlight>
              </a:rPr>
              <a:t>Performance degrades with longer horizons in both models, but neural networks degrade more gracefully, providing 10.8% better accuracy for 14-day predictions.</a:t>
            </a:r>
            <a:endParaRPr sz="700">
              <a:solidFill>
                <a:srgbClr val="D8DEE9"/>
              </a:solidFill>
              <a:highlight>
                <a:srgbClr val="141414"/>
              </a:highlight>
            </a:endParaRPr>
          </a:p>
          <a:p>
            <a:pPr marL="457200" lvl="0" indent="-273050" algn="l" rtl="0">
              <a:spcBef>
                <a:spcPts val="0"/>
              </a:spcBef>
              <a:spcAft>
                <a:spcPts val="0"/>
              </a:spcAft>
              <a:buClr>
                <a:srgbClr val="D8DEE9"/>
              </a:buClr>
              <a:buSzPts val="700"/>
              <a:buChar char="●"/>
            </a:pPr>
            <a:r>
              <a:rPr lang="en" sz="700">
                <a:solidFill>
                  <a:srgbClr val="D8DEE9"/>
                </a:solidFill>
                <a:highlight>
                  <a:srgbClr val="141414"/>
                </a:highlight>
              </a:rPr>
              <a:t>Improved precision (3-5%) indicates fewer false alarms, while enhanced recall means more actual fire events are correctly identified - critical for emergency response planning.</a:t>
            </a:r>
            <a:endParaRPr sz="700">
              <a:solidFill>
                <a:srgbClr val="D8DEE9"/>
              </a:solidFill>
              <a:highlight>
                <a:srgbClr val="141414"/>
              </a:highlight>
            </a:endParaRPr>
          </a:p>
          <a:p>
            <a:pPr marL="457200" lvl="0" indent="-273050" algn="l" rtl="0">
              <a:spcBef>
                <a:spcPts val="0"/>
              </a:spcBef>
              <a:spcAft>
                <a:spcPts val="0"/>
              </a:spcAft>
              <a:buClr>
                <a:srgbClr val="D8DEE9"/>
              </a:buClr>
              <a:buSzPts val="700"/>
              <a:buChar char="●"/>
            </a:pPr>
            <a:r>
              <a:rPr lang="en" sz="700">
                <a:solidFill>
                  <a:srgbClr val="D8DEE9"/>
                </a:solidFill>
                <a:highlight>
                  <a:srgbClr val="141414"/>
                </a:highlight>
              </a:rPr>
              <a:t>The optimized neural architecture successfully captures complex meteorological patterns that the simpler baseline model cannot detect.</a:t>
            </a:r>
            <a:endParaRPr sz="1100"/>
          </a:p>
        </p:txBody>
      </p:sp>
      <p:sp>
        <p:nvSpPr>
          <p:cNvPr id="439" name="Google Shape;439;p84"/>
          <p:cNvSpPr txBox="1"/>
          <p:nvPr/>
        </p:nvSpPr>
        <p:spPr>
          <a:xfrm>
            <a:off x="6846625" y="1417075"/>
            <a:ext cx="2338500" cy="1730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700" b="1">
                <a:solidFill>
                  <a:schemeClr val="lt1"/>
                </a:solidFill>
              </a:rPr>
              <a:t>Experiments:</a:t>
            </a:r>
            <a:endParaRPr sz="700" b="1">
              <a:solidFill>
                <a:schemeClr val="lt1"/>
              </a:solidFill>
            </a:endParaRPr>
          </a:p>
          <a:p>
            <a:pPr marL="457200" lvl="0" indent="-273050" algn="l" rtl="0">
              <a:lnSpc>
                <a:spcPct val="115000"/>
              </a:lnSpc>
              <a:spcBef>
                <a:spcPts val="1200"/>
              </a:spcBef>
              <a:spcAft>
                <a:spcPts val="0"/>
              </a:spcAft>
              <a:buClr>
                <a:schemeClr val="lt1"/>
              </a:buClr>
              <a:buSzPts val="700"/>
              <a:buChar char="●"/>
            </a:pPr>
            <a:r>
              <a:rPr lang="en" sz="700">
                <a:solidFill>
                  <a:schemeClr val="lt1"/>
                </a:solidFill>
              </a:rPr>
              <a:t>Optuna for all hyperparameters</a:t>
            </a:r>
            <a:br>
              <a:rPr lang="en" sz="700">
                <a:solidFill>
                  <a:schemeClr val="lt1"/>
                </a:solidFill>
              </a:rPr>
            </a:br>
            <a:endParaRPr sz="700">
              <a:solidFill>
                <a:schemeClr val="lt1"/>
              </a:solidFill>
            </a:endParaRPr>
          </a:p>
          <a:p>
            <a:pPr marL="457200" lvl="0" indent="-273050" algn="l" rtl="0">
              <a:lnSpc>
                <a:spcPct val="115000"/>
              </a:lnSpc>
              <a:spcBef>
                <a:spcPts val="0"/>
              </a:spcBef>
              <a:spcAft>
                <a:spcPts val="0"/>
              </a:spcAft>
              <a:buClr>
                <a:schemeClr val="lt1"/>
              </a:buClr>
              <a:buSzPts val="700"/>
              <a:buChar char="●"/>
            </a:pPr>
            <a:r>
              <a:rPr lang="en" sz="700">
                <a:solidFill>
                  <a:schemeClr val="lt1"/>
                </a:solidFill>
              </a:rPr>
              <a:t>Weights for classes</a:t>
            </a:r>
            <a:br>
              <a:rPr lang="en" sz="700">
                <a:solidFill>
                  <a:schemeClr val="lt1"/>
                </a:solidFill>
              </a:rPr>
            </a:br>
            <a:endParaRPr sz="700">
              <a:solidFill>
                <a:schemeClr val="lt1"/>
              </a:solidFill>
            </a:endParaRPr>
          </a:p>
          <a:p>
            <a:pPr marL="457200" lvl="0" indent="-273050" algn="l" rtl="0">
              <a:lnSpc>
                <a:spcPct val="115000"/>
              </a:lnSpc>
              <a:spcBef>
                <a:spcPts val="0"/>
              </a:spcBef>
              <a:spcAft>
                <a:spcPts val="0"/>
              </a:spcAft>
              <a:buClr>
                <a:schemeClr val="lt1"/>
              </a:buClr>
              <a:buSzPts val="700"/>
              <a:buChar char="●"/>
            </a:pPr>
            <a:r>
              <a:rPr lang="en" sz="700">
                <a:solidFill>
                  <a:schemeClr val="lt1"/>
                </a:solidFill>
              </a:rPr>
              <a:t>Lagged features</a:t>
            </a:r>
            <a:br>
              <a:rPr lang="en" sz="700">
                <a:solidFill>
                  <a:schemeClr val="lt1"/>
                </a:solidFill>
              </a:rPr>
            </a:br>
            <a:endParaRPr sz="700">
              <a:solidFill>
                <a:schemeClr val="lt1"/>
              </a:solidFill>
            </a:endParaRPr>
          </a:p>
          <a:p>
            <a:pPr marL="457200" lvl="0" indent="-273050" algn="l" rtl="0">
              <a:lnSpc>
                <a:spcPct val="115000"/>
              </a:lnSpc>
              <a:spcBef>
                <a:spcPts val="0"/>
              </a:spcBef>
              <a:spcAft>
                <a:spcPts val="0"/>
              </a:spcAft>
              <a:buClr>
                <a:schemeClr val="lt1"/>
              </a:buClr>
              <a:buSzPts val="700"/>
              <a:buChar char="●"/>
            </a:pPr>
            <a:r>
              <a:rPr lang="en" sz="700">
                <a:solidFill>
                  <a:schemeClr val="lt1"/>
                </a:solidFill>
              </a:rPr>
              <a:t>Other architectures: CNN, LSTM</a:t>
            </a:r>
            <a:endParaRPr sz="700">
              <a:solidFill>
                <a:schemeClr val="lt1"/>
              </a:solidFill>
            </a:endParaRPr>
          </a:p>
          <a:p>
            <a:pPr marL="0" lvl="0" indent="0" algn="l" rtl="0">
              <a:spcBef>
                <a:spcPts val="1200"/>
              </a:spcBef>
              <a:spcAft>
                <a:spcPts val="0"/>
              </a:spcAft>
              <a:buNone/>
            </a:pPr>
            <a:endParaRPr sz="1600">
              <a:solidFill>
                <a:schemeClr val="accent5"/>
              </a:solidFill>
              <a:latin typeface="Abel"/>
              <a:ea typeface="Abel"/>
              <a:cs typeface="Abel"/>
              <a:sym typeface="Abe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85"/>
          <p:cNvSpPr txBox="1">
            <a:spLocks noGrp="1"/>
          </p:cNvSpPr>
          <p:nvPr>
            <p:ph type="title"/>
          </p:nvPr>
        </p:nvSpPr>
        <p:spPr>
          <a:xfrm>
            <a:off x="311700" y="1096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Random forest </a:t>
            </a:r>
            <a:endParaRPr/>
          </a:p>
        </p:txBody>
      </p:sp>
      <p:pic>
        <p:nvPicPr>
          <p:cNvPr id="445" name="Google Shape;445;p85"/>
          <p:cNvPicPr preferRelativeResize="0"/>
          <p:nvPr/>
        </p:nvPicPr>
        <p:blipFill>
          <a:blip r:embed="rId3">
            <a:alphaModFix/>
          </a:blip>
          <a:stretch>
            <a:fillRect/>
          </a:stretch>
        </p:blipFill>
        <p:spPr>
          <a:xfrm>
            <a:off x="5735260" y="2750310"/>
            <a:ext cx="2466415" cy="2393179"/>
          </a:xfrm>
          <a:prstGeom prst="rect">
            <a:avLst/>
          </a:prstGeom>
          <a:noFill/>
          <a:ln>
            <a:noFill/>
          </a:ln>
        </p:spPr>
      </p:pic>
      <p:pic>
        <p:nvPicPr>
          <p:cNvPr id="446" name="Google Shape;446;p85"/>
          <p:cNvPicPr preferRelativeResize="0"/>
          <p:nvPr/>
        </p:nvPicPr>
        <p:blipFill>
          <a:blip r:embed="rId4">
            <a:alphaModFix/>
          </a:blip>
          <a:stretch>
            <a:fillRect/>
          </a:stretch>
        </p:blipFill>
        <p:spPr>
          <a:xfrm>
            <a:off x="838200" y="2750225"/>
            <a:ext cx="2490553" cy="2393230"/>
          </a:xfrm>
          <a:prstGeom prst="rect">
            <a:avLst/>
          </a:prstGeom>
          <a:noFill/>
          <a:ln>
            <a:noFill/>
          </a:ln>
        </p:spPr>
      </p:pic>
      <p:pic>
        <p:nvPicPr>
          <p:cNvPr id="447" name="Google Shape;447;p85"/>
          <p:cNvPicPr preferRelativeResize="0"/>
          <p:nvPr/>
        </p:nvPicPr>
        <p:blipFill>
          <a:blip r:embed="rId5">
            <a:alphaModFix/>
          </a:blip>
          <a:stretch>
            <a:fillRect/>
          </a:stretch>
        </p:blipFill>
        <p:spPr>
          <a:xfrm>
            <a:off x="3323049" y="2750280"/>
            <a:ext cx="2466415" cy="2393220"/>
          </a:xfrm>
          <a:prstGeom prst="rect">
            <a:avLst/>
          </a:prstGeom>
          <a:noFill/>
          <a:ln>
            <a:noFill/>
          </a:ln>
        </p:spPr>
      </p:pic>
      <p:sp>
        <p:nvSpPr>
          <p:cNvPr id="448" name="Google Shape;448;p85"/>
          <p:cNvSpPr txBox="1"/>
          <p:nvPr/>
        </p:nvSpPr>
        <p:spPr>
          <a:xfrm>
            <a:off x="2730750" y="682375"/>
            <a:ext cx="3682500" cy="2611500"/>
          </a:xfrm>
          <a:prstGeom prst="rect">
            <a:avLst/>
          </a:prstGeom>
          <a:noFill/>
          <a:ln>
            <a:noFill/>
          </a:ln>
        </p:spPr>
        <p:txBody>
          <a:bodyPr spcFirstLastPara="1" wrap="square" lIns="91425" tIns="91425" rIns="91425" bIns="91425" anchor="t" anchorCtr="0">
            <a:spAutoFit/>
          </a:bodyPr>
          <a:lstStyle/>
          <a:p>
            <a:pPr marL="0" lvl="0" indent="0" algn="ctr" rtl="0">
              <a:lnSpc>
                <a:spcPct val="125000"/>
              </a:lnSpc>
              <a:spcBef>
                <a:spcPts val="2300"/>
              </a:spcBef>
              <a:spcAft>
                <a:spcPts val="0"/>
              </a:spcAft>
              <a:buClr>
                <a:schemeClr val="dk1"/>
              </a:buClr>
              <a:buSzPts val="1100"/>
              <a:buFont typeface="Arial"/>
              <a:buNone/>
            </a:pPr>
            <a:r>
              <a:rPr lang="en" sz="1800">
                <a:solidFill>
                  <a:srgbClr val="D8DEE9"/>
                </a:solidFill>
                <a:highlight>
                  <a:srgbClr val="141414"/>
                </a:highlight>
              </a:rPr>
              <a:t>Hyperparameters</a:t>
            </a:r>
            <a:endParaRPr sz="1800">
              <a:solidFill>
                <a:srgbClr val="D8DEE9"/>
              </a:solidFill>
              <a:highlight>
                <a:srgbClr val="141414"/>
              </a:highlight>
            </a:endParaRPr>
          </a:p>
          <a:p>
            <a:pPr marL="609600" lvl="0" indent="-292100" algn="l" rtl="0">
              <a:lnSpc>
                <a:spcPct val="115000"/>
              </a:lnSpc>
              <a:spcBef>
                <a:spcPts val="1400"/>
              </a:spcBef>
              <a:spcAft>
                <a:spcPts val="0"/>
              </a:spcAft>
              <a:buClr>
                <a:srgbClr val="D8DEE9"/>
              </a:buClr>
              <a:buSzPts val="1000"/>
              <a:buChar char="●"/>
            </a:pPr>
            <a:r>
              <a:rPr lang="en" sz="1000">
                <a:solidFill>
                  <a:srgbClr val="D8DEE9"/>
                </a:solidFill>
                <a:highlight>
                  <a:srgbClr val="141414"/>
                </a:highlight>
              </a:rPr>
              <a:t>Algorithm: RandomForestClassifier</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n_estimators: 100</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max_depth: 20</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random_state: 42</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class_weight: 'balanced'</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n_jobs: -1</a:t>
            </a:r>
            <a:endParaRPr sz="1000">
              <a:solidFill>
                <a:srgbClr val="D8DEE9"/>
              </a:solidFill>
              <a:highlight>
                <a:srgbClr val="141414"/>
              </a:highlight>
            </a:endParaRPr>
          </a:p>
          <a:p>
            <a:pPr marL="457200" lvl="0" indent="0" algn="l" rtl="0">
              <a:lnSpc>
                <a:spcPct val="115000"/>
              </a:lnSpc>
              <a:spcBef>
                <a:spcPts val="700"/>
              </a:spcBef>
              <a:spcAft>
                <a:spcPts val="0"/>
              </a:spcAft>
              <a:buNone/>
            </a:pPr>
            <a:r>
              <a:rPr lang="en" sz="1000" u="sng">
                <a:solidFill>
                  <a:srgbClr val="D8DEE9"/>
                </a:solidFill>
                <a:highlight>
                  <a:srgbClr val="141414"/>
                </a:highlight>
              </a:rPr>
              <a:t>Best tuned hyperparameters</a:t>
            </a:r>
            <a:endParaRPr sz="1000" u="sng">
              <a:solidFill>
                <a:srgbClr val="D8DEE9"/>
              </a:solidFill>
              <a:highlight>
                <a:srgbClr val="141414"/>
              </a:highlight>
            </a:endParaRPr>
          </a:p>
          <a:p>
            <a:pPr marL="0" lvl="0" indent="0" algn="ctr" rtl="0">
              <a:lnSpc>
                <a:spcPct val="125000"/>
              </a:lnSpc>
              <a:spcBef>
                <a:spcPts val="2300"/>
              </a:spcBef>
              <a:spcAft>
                <a:spcPts val="1400"/>
              </a:spcAft>
              <a:buNone/>
            </a:pPr>
            <a:endParaRPr sz="1800">
              <a:solidFill>
                <a:srgbClr val="D8DEE9"/>
              </a:solidFill>
              <a:highlight>
                <a:srgbClr val="141414"/>
              </a:highlight>
            </a:endParaRPr>
          </a:p>
        </p:txBody>
      </p:sp>
      <p:sp>
        <p:nvSpPr>
          <p:cNvPr id="449" name="Google Shape;449;p85"/>
          <p:cNvSpPr txBox="1"/>
          <p:nvPr/>
        </p:nvSpPr>
        <p:spPr>
          <a:xfrm>
            <a:off x="129975" y="0"/>
            <a:ext cx="2725200" cy="2253000"/>
          </a:xfrm>
          <a:prstGeom prst="rect">
            <a:avLst/>
          </a:prstGeom>
          <a:noFill/>
          <a:ln>
            <a:noFill/>
          </a:ln>
        </p:spPr>
        <p:txBody>
          <a:bodyPr spcFirstLastPara="1" wrap="square" lIns="91425" tIns="91425" rIns="91425" bIns="91425" anchor="t" anchorCtr="0">
            <a:spAutoFit/>
          </a:bodyPr>
          <a:lstStyle/>
          <a:p>
            <a:pPr marL="457200" lvl="0" indent="0" algn="ctr" rtl="0">
              <a:lnSpc>
                <a:spcPct val="115000"/>
              </a:lnSpc>
              <a:spcBef>
                <a:spcPts val="2300"/>
              </a:spcBef>
              <a:spcAft>
                <a:spcPts val="0"/>
              </a:spcAft>
              <a:buNone/>
            </a:pPr>
            <a:r>
              <a:rPr lang="en" sz="1800">
                <a:solidFill>
                  <a:srgbClr val="D8DEE9"/>
                </a:solidFill>
                <a:highlight>
                  <a:srgbClr val="141414"/>
                </a:highlight>
              </a:rPr>
              <a:t>Key Insights</a:t>
            </a:r>
            <a:endParaRPr sz="800" b="1">
              <a:solidFill>
                <a:srgbClr val="D8DEE9"/>
              </a:solidFill>
              <a:highlight>
                <a:srgbClr val="141414"/>
              </a:highlight>
            </a:endParaRPr>
          </a:p>
          <a:p>
            <a:pPr marL="457200" lvl="0" indent="-292100" algn="l" rtl="0">
              <a:lnSpc>
                <a:spcPct val="115000"/>
              </a:lnSpc>
              <a:spcBef>
                <a:spcPts val="1400"/>
              </a:spcBef>
              <a:spcAft>
                <a:spcPts val="0"/>
              </a:spcAft>
              <a:buClr>
                <a:srgbClr val="D8DEE9"/>
              </a:buClr>
              <a:buSzPts val="1000"/>
              <a:buChar char="●"/>
            </a:pPr>
            <a:r>
              <a:rPr lang="en" sz="1000">
                <a:solidFill>
                  <a:srgbClr val="D8DEE9"/>
                </a:solidFill>
                <a:highlight>
                  <a:srgbClr val="141414"/>
                </a:highlight>
              </a:rPr>
              <a:t>10% increased accuracy over baseline logistic model for predicting that a fire starts within 3, 7, and 14 days. </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Feature importance insights highlight temperature and humidity as key predictors</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Handles non-linearity between fire occurrence and weather variables</a:t>
            </a:r>
            <a:endParaRPr sz="1000">
              <a:solidFill>
                <a:srgbClr val="D8DEE9"/>
              </a:solidFill>
              <a:highlight>
                <a:srgbClr val="141414"/>
              </a:highlight>
            </a:endParaRPr>
          </a:p>
        </p:txBody>
      </p:sp>
      <p:sp>
        <p:nvSpPr>
          <p:cNvPr id="450" name="Google Shape;450;p85"/>
          <p:cNvSpPr txBox="1"/>
          <p:nvPr/>
        </p:nvSpPr>
        <p:spPr>
          <a:xfrm>
            <a:off x="5888075" y="1857500"/>
            <a:ext cx="3051600" cy="89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D8DEE9"/>
                </a:solidFill>
                <a:latin typeface="Courier New"/>
                <a:ea typeface="Courier New"/>
                <a:cs typeface="Courier New"/>
                <a:sym typeface="Courier New"/>
              </a:rPr>
              <a:t> </a:t>
            </a:r>
            <a:r>
              <a:rPr lang="en" sz="800" b="1">
                <a:solidFill>
                  <a:srgbClr val="D8DEE9"/>
                </a:solidFill>
                <a:latin typeface="Courier New"/>
                <a:ea typeface="Courier New"/>
                <a:cs typeface="Courier New"/>
                <a:sym typeface="Courier New"/>
              </a:rPr>
              <a:t>            </a:t>
            </a:r>
            <a:r>
              <a:rPr lang="en" sz="1100" b="1">
                <a:solidFill>
                  <a:srgbClr val="D8DEE9"/>
                </a:solidFill>
                <a:latin typeface="Courier New"/>
                <a:ea typeface="Courier New"/>
                <a:cs typeface="Courier New"/>
                <a:sym typeface="Courier New"/>
              </a:rPr>
              <a:t>Performance Metrics</a:t>
            </a:r>
            <a:endParaRPr sz="11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800" b="1">
                <a:solidFill>
                  <a:srgbClr val="D8DEE9"/>
                </a:solidFill>
                <a:latin typeface="Courier New"/>
                <a:ea typeface="Courier New"/>
                <a:cs typeface="Courier New"/>
                <a:sym typeface="Courier New"/>
              </a:rPr>
              <a:t>      Accuracy    Precision   Recall   F1  </a:t>
            </a:r>
            <a:endParaRPr sz="8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900" b="1">
                <a:solidFill>
                  <a:srgbClr val="D8DEE9"/>
                </a:solidFill>
                <a:latin typeface="Courier New"/>
                <a:ea typeface="Courier New"/>
                <a:cs typeface="Courier New"/>
                <a:sym typeface="Courier New"/>
              </a:rPr>
              <a:t>y_3</a:t>
            </a:r>
            <a:r>
              <a:rPr lang="en" sz="800" b="1">
                <a:solidFill>
                  <a:srgbClr val="D8DEE9"/>
                </a:solidFill>
                <a:latin typeface="Courier New"/>
                <a:ea typeface="Courier New"/>
                <a:cs typeface="Courier New"/>
                <a:sym typeface="Courier New"/>
              </a:rPr>
              <a:t>   0.533      0.470      0.422    0.438     </a:t>
            </a:r>
            <a:endParaRPr sz="8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900" b="1">
                <a:solidFill>
                  <a:srgbClr val="D8DEE9"/>
                </a:solidFill>
                <a:latin typeface="Courier New"/>
                <a:ea typeface="Courier New"/>
                <a:cs typeface="Courier New"/>
                <a:sym typeface="Courier New"/>
              </a:rPr>
              <a:t>y_7</a:t>
            </a:r>
            <a:r>
              <a:rPr lang="en" sz="800" b="1">
                <a:solidFill>
                  <a:srgbClr val="D8DEE9"/>
                </a:solidFill>
                <a:latin typeface="Courier New"/>
                <a:ea typeface="Courier New"/>
                <a:cs typeface="Courier New"/>
                <a:sym typeface="Courier New"/>
              </a:rPr>
              <a:t>   0.405      0.327      0.288    0.290     </a:t>
            </a:r>
            <a:endParaRPr sz="8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900" b="1">
                <a:solidFill>
                  <a:srgbClr val="D8DEE9"/>
                </a:solidFill>
                <a:latin typeface="Courier New"/>
                <a:ea typeface="Courier New"/>
                <a:cs typeface="Courier New"/>
                <a:sym typeface="Courier New"/>
              </a:rPr>
              <a:t>y_14</a:t>
            </a:r>
            <a:r>
              <a:rPr lang="en" sz="800" b="1">
                <a:solidFill>
                  <a:srgbClr val="D8DEE9"/>
                </a:solidFill>
                <a:latin typeface="Courier New"/>
                <a:ea typeface="Courier New"/>
                <a:cs typeface="Courier New"/>
                <a:sym typeface="Courier New"/>
              </a:rPr>
              <a:t>  0.341      0.232      0.229    0.217</a:t>
            </a:r>
            <a:endParaRPr sz="800" b="1">
              <a:solidFill>
                <a:srgbClr val="D8DEE9"/>
              </a:solidFill>
              <a:latin typeface="Courier New"/>
              <a:ea typeface="Courier New"/>
              <a:cs typeface="Courier New"/>
              <a:sym typeface="Courier New"/>
            </a:endParaRPr>
          </a:p>
        </p:txBody>
      </p:sp>
      <p:sp>
        <p:nvSpPr>
          <p:cNvPr id="451" name="Google Shape;451;p85"/>
          <p:cNvSpPr txBox="1"/>
          <p:nvPr/>
        </p:nvSpPr>
        <p:spPr>
          <a:xfrm>
            <a:off x="6145125" y="-74275"/>
            <a:ext cx="2831700" cy="998400"/>
          </a:xfrm>
          <a:prstGeom prst="rect">
            <a:avLst/>
          </a:prstGeom>
          <a:noFill/>
          <a:ln>
            <a:noFill/>
          </a:ln>
        </p:spPr>
        <p:txBody>
          <a:bodyPr spcFirstLastPara="1" wrap="square" lIns="91425" tIns="91425" rIns="91425" bIns="91425" anchor="t" anchorCtr="0">
            <a:spAutoFit/>
          </a:bodyPr>
          <a:lstStyle/>
          <a:p>
            <a:pPr marL="457200" lvl="0" indent="0" algn="ctr" rtl="0">
              <a:lnSpc>
                <a:spcPct val="115000"/>
              </a:lnSpc>
              <a:spcBef>
                <a:spcPts val="2300"/>
              </a:spcBef>
              <a:spcAft>
                <a:spcPts val="0"/>
              </a:spcAft>
              <a:buNone/>
            </a:pPr>
            <a:r>
              <a:rPr lang="en" sz="1000" b="1">
                <a:solidFill>
                  <a:srgbClr val="D8DEE9"/>
                </a:solidFill>
                <a:highlight>
                  <a:srgbClr val="141414"/>
                </a:highlight>
              </a:rPr>
              <a:t>Model Summary</a:t>
            </a:r>
            <a:endParaRPr sz="100" b="1">
              <a:solidFill>
                <a:srgbClr val="D8DEE9"/>
              </a:solidFill>
              <a:highlight>
                <a:srgbClr val="141414"/>
              </a:highlight>
            </a:endParaRPr>
          </a:p>
          <a:p>
            <a:pPr marL="457200" lvl="0" indent="-285750" algn="l" rtl="0">
              <a:lnSpc>
                <a:spcPct val="115000"/>
              </a:lnSpc>
              <a:spcBef>
                <a:spcPts val="1400"/>
              </a:spcBef>
              <a:spcAft>
                <a:spcPts val="0"/>
              </a:spcAft>
              <a:buClr>
                <a:srgbClr val="D8DEE9"/>
              </a:buClr>
              <a:buSzPts val="900"/>
              <a:buChar char="●"/>
            </a:pPr>
            <a:r>
              <a:rPr lang="en" sz="900">
                <a:solidFill>
                  <a:srgbClr val="D8DEE9"/>
                </a:solidFill>
                <a:highlight>
                  <a:srgbClr val="141414"/>
                </a:highlight>
              </a:rPr>
              <a:t>Train Data: 12426 w/ 100+ features</a:t>
            </a:r>
            <a:endParaRPr sz="900">
              <a:solidFill>
                <a:srgbClr val="D8DEE9"/>
              </a:solidFill>
              <a:highlight>
                <a:srgbClr val="141414"/>
              </a:highlight>
            </a:endParaRPr>
          </a:p>
          <a:p>
            <a:pPr marL="457200" lvl="0" indent="-285750" algn="l" rtl="0">
              <a:lnSpc>
                <a:spcPct val="115000"/>
              </a:lnSpc>
              <a:spcBef>
                <a:spcPts val="0"/>
              </a:spcBef>
              <a:spcAft>
                <a:spcPts val="0"/>
              </a:spcAft>
              <a:buClr>
                <a:srgbClr val="D8DEE9"/>
              </a:buClr>
              <a:buSzPts val="900"/>
              <a:buChar char="●"/>
            </a:pPr>
            <a:r>
              <a:rPr lang="en" sz="900">
                <a:solidFill>
                  <a:srgbClr val="D8DEE9"/>
                </a:solidFill>
                <a:highlight>
                  <a:srgbClr val="141414"/>
                </a:highlight>
              </a:rPr>
              <a:t>Validation Data: 4142 w/ 100+ features</a:t>
            </a:r>
            <a:endParaRPr sz="900">
              <a:solidFill>
                <a:srgbClr val="D8DEE9"/>
              </a:solidFill>
              <a:highlight>
                <a:srgbClr val="141414"/>
              </a:highlight>
            </a:endParaRPr>
          </a:p>
          <a:p>
            <a:pPr marL="457200" lvl="0" indent="-285750" algn="l" rtl="0">
              <a:lnSpc>
                <a:spcPct val="115000"/>
              </a:lnSpc>
              <a:spcBef>
                <a:spcPts val="0"/>
              </a:spcBef>
              <a:spcAft>
                <a:spcPts val="0"/>
              </a:spcAft>
              <a:buClr>
                <a:srgbClr val="D8DEE9"/>
              </a:buClr>
              <a:buSzPts val="900"/>
              <a:buChar char="●"/>
            </a:pPr>
            <a:r>
              <a:rPr lang="en" sz="900">
                <a:solidFill>
                  <a:srgbClr val="D8DEE9"/>
                </a:solidFill>
                <a:highlight>
                  <a:srgbClr val="141414"/>
                </a:highlight>
              </a:rPr>
              <a:t>Test Data: 4142 w/ 100+ features</a:t>
            </a:r>
            <a:endParaRPr sz="900">
              <a:solidFill>
                <a:srgbClr val="D8DEE9"/>
              </a:solidFill>
              <a:highlight>
                <a:srgbClr val="141414"/>
              </a:highlight>
            </a:endParaRPr>
          </a:p>
        </p:txBody>
      </p:sp>
      <p:sp>
        <p:nvSpPr>
          <p:cNvPr id="452" name="Google Shape;452;p85"/>
          <p:cNvSpPr txBox="1"/>
          <p:nvPr/>
        </p:nvSpPr>
        <p:spPr>
          <a:xfrm>
            <a:off x="6145125" y="798325"/>
            <a:ext cx="2831700" cy="1157700"/>
          </a:xfrm>
          <a:prstGeom prst="rect">
            <a:avLst/>
          </a:prstGeom>
          <a:noFill/>
          <a:ln>
            <a:noFill/>
          </a:ln>
        </p:spPr>
        <p:txBody>
          <a:bodyPr spcFirstLastPara="1" wrap="square" lIns="91425" tIns="91425" rIns="91425" bIns="91425" anchor="t" anchorCtr="0">
            <a:spAutoFit/>
          </a:bodyPr>
          <a:lstStyle/>
          <a:p>
            <a:pPr marL="457200" lvl="0" indent="0" algn="ctr" rtl="0">
              <a:lnSpc>
                <a:spcPct val="115000"/>
              </a:lnSpc>
              <a:spcBef>
                <a:spcPts val="2300"/>
              </a:spcBef>
              <a:spcAft>
                <a:spcPts val="0"/>
              </a:spcAft>
              <a:buNone/>
            </a:pPr>
            <a:r>
              <a:rPr lang="en" sz="1000" b="1">
                <a:solidFill>
                  <a:srgbClr val="D8DEE9"/>
                </a:solidFill>
                <a:highlight>
                  <a:srgbClr val="141414"/>
                </a:highlight>
              </a:rPr>
              <a:t>Best Parameters</a:t>
            </a:r>
            <a:endParaRPr sz="100" b="1">
              <a:solidFill>
                <a:srgbClr val="D8DEE9"/>
              </a:solidFill>
              <a:highlight>
                <a:srgbClr val="141414"/>
              </a:highlight>
            </a:endParaRPr>
          </a:p>
          <a:p>
            <a:pPr marL="457200" lvl="0" indent="-285750" algn="l" rtl="0">
              <a:lnSpc>
                <a:spcPct val="115000"/>
              </a:lnSpc>
              <a:spcBef>
                <a:spcPts val="1400"/>
              </a:spcBef>
              <a:spcAft>
                <a:spcPts val="0"/>
              </a:spcAft>
              <a:buClr>
                <a:srgbClr val="D8DEE9"/>
              </a:buClr>
              <a:buSzPts val="900"/>
              <a:buChar char="●"/>
            </a:pPr>
            <a:r>
              <a:rPr lang="en" sz="900">
                <a:solidFill>
                  <a:srgbClr val="D8DEE9"/>
                </a:solidFill>
                <a:highlight>
                  <a:srgbClr val="141414"/>
                </a:highlight>
              </a:rPr>
              <a:t>SMOTE sampling strategy: 'auto' (all classes balanced)</a:t>
            </a:r>
            <a:endParaRPr sz="900">
              <a:solidFill>
                <a:srgbClr val="D8DEE9"/>
              </a:solidFill>
              <a:highlight>
                <a:srgbClr val="141414"/>
              </a:highlight>
            </a:endParaRPr>
          </a:p>
          <a:p>
            <a:pPr marL="457200" lvl="0" indent="-285750" algn="l" rtl="0">
              <a:lnSpc>
                <a:spcPct val="115000"/>
              </a:lnSpc>
              <a:spcBef>
                <a:spcPts val="0"/>
              </a:spcBef>
              <a:spcAft>
                <a:spcPts val="0"/>
              </a:spcAft>
              <a:buClr>
                <a:srgbClr val="D8DEE9"/>
              </a:buClr>
              <a:buSzPts val="900"/>
              <a:buChar char="●"/>
            </a:pPr>
            <a:r>
              <a:rPr lang="en" sz="900">
                <a:solidFill>
                  <a:srgbClr val="D8DEE9"/>
                </a:solidFill>
                <a:highlight>
                  <a:srgbClr val="141414"/>
                </a:highlight>
              </a:rPr>
              <a:t>n_estimators: 100</a:t>
            </a:r>
            <a:endParaRPr sz="900">
              <a:solidFill>
                <a:srgbClr val="D8DEE9"/>
              </a:solidFill>
              <a:highlight>
                <a:srgbClr val="141414"/>
              </a:highlight>
            </a:endParaRPr>
          </a:p>
          <a:p>
            <a:pPr marL="457200" lvl="0" indent="-285750" algn="l" rtl="0">
              <a:lnSpc>
                <a:spcPct val="115000"/>
              </a:lnSpc>
              <a:spcBef>
                <a:spcPts val="0"/>
              </a:spcBef>
              <a:spcAft>
                <a:spcPts val="0"/>
              </a:spcAft>
              <a:buClr>
                <a:srgbClr val="D8DEE9"/>
              </a:buClr>
              <a:buSzPts val="900"/>
              <a:buChar char="●"/>
            </a:pPr>
            <a:r>
              <a:rPr lang="en" sz="900">
                <a:solidFill>
                  <a:srgbClr val="D8DEE9"/>
                </a:solidFill>
                <a:highlight>
                  <a:srgbClr val="141414"/>
                </a:highlight>
              </a:rPr>
              <a:t>max_depth: 20</a:t>
            </a:r>
            <a:endParaRPr sz="900">
              <a:solidFill>
                <a:srgbClr val="D8DEE9"/>
              </a:solidFill>
              <a:highlight>
                <a:srgbClr val="141414"/>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86"/>
          <p:cNvSpPr txBox="1">
            <a:spLocks noGrp="1"/>
          </p:cNvSpPr>
          <p:nvPr>
            <p:ph type="title"/>
          </p:nvPr>
        </p:nvSpPr>
        <p:spPr>
          <a:xfrm>
            <a:off x="311700" y="1096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Random forest + PCA</a:t>
            </a:r>
            <a:endParaRPr/>
          </a:p>
        </p:txBody>
      </p:sp>
      <p:sp>
        <p:nvSpPr>
          <p:cNvPr id="458" name="Google Shape;458;p86"/>
          <p:cNvSpPr txBox="1"/>
          <p:nvPr/>
        </p:nvSpPr>
        <p:spPr>
          <a:xfrm>
            <a:off x="120700" y="109675"/>
            <a:ext cx="2725200" cy="2342700"/>
          </a:xfrm>
          <a:prstGeom prst="rect">
            <a:avLst/>
          </a:prstGeom>
          <a:noFill/>
          <a:ln>
            <a:noFill/>
          </a:ln>
        </p:spPr>
        <p:txBody>
          <a:bodyPr spcFirstLastPara="1" wrap="square" lIns="91425" tIns="91425" rIns="91425" bIns="91425" anchor="t" anchorCtr="0">
            <a:spAutoFit/>
          </a:bodyPr>
          <a:lstStyle/>
          <a:p>
            <a:pPr marL="457200" lvl="0" indent="0" algn="ctr" rtl="0">
              <a:lnSpc>
                <a:spcPct val="115000"/>
              </a:lnSpc>
              <a:spcBef>
                <a:spcPts val="2300"/>
              </a:spcBef>
              <a:spcAft>
                <a:spcPts val="0"/>
              </a:spcAft>
              <a:buNone/>
            </a:pPr>
            <a:r>
              <a:rPr lang="en" sz="1800">
                <a:solidFill>
                  <a:srgbClr val="D8DEE9"/>
                </a:solidFill>
                <a:highlight>
                  <a:srgbClr val="141414"/>
                </a:highlight>
              </a:rPr>
              <a:t>Key Insights</a:t>
            </a:r>
            <a:endParaRPr sz="800" b="1">
              <a:solidFill>
                <a:srgbClr val="D8DEE9"/>
              </a:solidFill>
              <a:highlight>
                <a:srgbClr val="141414"/>
              </a:highlight>
            </a:endParaRPr>
          </a:p>
          <a:p>
            <a:pPr marL="457200" lvl="0" indent="-292100" algn="l" rtl="0">
              <a:lnSpc>
                <a:spcPct val="115000"/>
              </a:lnSpc>
              <a:spcBef>
                <a:spcPts val="1400"/>
              </a:spcBef>
              <a:spcAft>
                <a:spcPts val="0"/>
              </a:spcAft>
              <a:buClr>
                <a:srgbClr val="D8DEE9"/>
              </a:buClr>
              <a:buSzPts val="1000"/>
              <a:buChar char="●"/>
            </a:pPr>
            <a:r>
              <a:rPr lang="en" sz="1000">
                <a:solidFill>
                  <a:srgbClr val="D8DEE9"/>
                </a:solidFill>
                <a:highlight>
                  <a:srgbClr val="141414"/>
                </a:highlight>
              </a:rPr>
              <a:t>Performed slightly worse than baseline RF</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Could be due to class imbalance and overfitting</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Applying sampling techniques such as SMOTE (Synthetic Minority Over-sampling Technique)  could help</a:t>
            </a:r>
            <a:endParaRPr sz="1000">
              <a:solidFill>
                <a:srgbClr val="D8DEE9"/>
              </a:solidFill>
              <a:highlight>
                <a:srgbClr val="141414"/>
              </a:highlight>
            </a:endParaRPr>
          </a:p>
          <a:p>
            <a:pPr marL="457200" lvl="0" indent="0" algn="l" rtl="0">
              <a:lnSpc>
                <a:spcPct val="115000"/>
              </a:lnSpc>
              <a:spcBef>
                <a:spcPts val="700"/>
              </a:spcBef>
              <a:spcAft>
                <a:spcPts val="700"/>
              </a:spcAft>
              <a:buNone/>
            </a:pPr>
            <a:endParaRPr sz="1000">
              <a:solidFill>
                <a:srgbClr val="D8DEE9"/>
              </a:solidFill>
              <a:highlight>
                <a:srgbClr val="141414"/>
              </a:highlight>
            </a:endParaRPr>
          </a:p>
        </p:txBody>
      </p:sp>
      <p:sp>
        <p:nvSpPr>
          <p:cNvPr id="459" name="Google Shape;459;p86"/>
          <p:cNvSpPr txBox="1"/>
          <p:nvPr/>
        </p:nvSpPr>
        <p:spPr>
          <a:xfrm>
            <a:off x="2806950" y="570975"/>
            <a:ext cx="3682500" cy="3052800"/>
          </a:xfrm>
          <a:prstGeom prst="rect">
            <a:avLst/>
          </a:prstGeom>
          <a:noFill/>
          <a:ln>
            <a:noFill/>
          </a:ln>
        </p:spPr>
        <p:txBody>
          <a:bodyPr spcFirstLastPara="1" wrap="square" lIns="91425" tIns="91425" rIns="91425" bIns="91425" anchor="t" anchorCtr="0">
            <a:spAutoFit/>
          </a:bodyPr>
          <a:lstStyle/>
          <a:p>
            <a:pPr marL="0" lvl="0" indent="0" algn="ctr" rtl="0">
              <a:lnSpc>
                <a:spcPct val="125000"/>
              </a:lnSpc>
              <a:spcBef>
                <a:spcPts val="2300"/>
              </a:spcBef>
              <a:spcAft>
                <a:spcPts val="0"/>
              </a:spcAft>
              <a:buNone/>
            </a:pPr>
            <a:r>
              <a:rPr lang="en" sz="1800">
                <a:solidFill>
                  <a:srgbClr val="D8DEE9"/>
                </a:solidFill>
                <a:highlight>
                  <a:srgbClr val="141414"/>
                </a:highlight>
              </a:rPr>
              <a:t>Hyperparameters</a:t>
            </a:r>
            <a:endParaRPr sz="1800">
              <a:solidFill>
                <a:srgbClr val="D8DEE9"/>
              </a:solidFill>
              <a:highlight>
                <a:srgbClr val="141414"/>
              </a:highlight>
            </a:endParaRPr>
          </a:p>
          <a:p>
            <a:pPr marL="609600" lvl="0" indent="-292100" algn="l" rtl="0">
              <a:lnSpc>
                <a:spcPct val="115000"/>
              </a:lnSpc>
              <a:spcBef>
                <a:spcPts val="1400"/>
              </a:spcBef>
              <a:spcAft>
                <a:spcPts val="0"/>
              </a:spcAft>
              <a:buClr>
                <a:srgbClr val="D8DEE9"/>
              </a:buClr>
              <a:buSzPts val="1000"/>
              <a:buChar char="●"/>
            </a:pPr>
            <a:r>
              <a:rPr lang="en" sz="1000">
                <a:solidFill>
                  <a:srgbClr val="D8DEE9"/>
                </a:solidFill>
                <a:highlight>
                  <a:srgbClr val="141414"/>
                </a:highlight>
              </a:rPr>
              <a:t>Algorithm: RandomForestClassifier + PCA</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n_components: 10 for PCA</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n_estimators: 300</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max_depth: 50</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random_state: 42</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min_samples_split: 2</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min_samples_leaf:  1</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max_features: 'sqrt'</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class_weight: 'balanced'</a:t>
            </a:r>
            <a:endParaRPr sz="1000">
              <a:solidFill>
                <a:srgbClr val="D8DEE9"/>
              </a:solidFill>
              <a:highlight>
                <a:srgbClr val="141414"/>
              </a:highlight>
            </a:endParaRPr>
          </a:p>
          <a:p>
            <a:pPr marL="6096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n_jobs: -1</a:t>
            </a:r>
            <a:endParaRPr sz="2100">
              <a:solidFill>
                <a:srgbClr val="D8DEE9"/>
              </a:solidFill>
              <a:highlight>
                <a:srgbClr val="141414"/>
              </a:highlight>
            </a:endParaRPr>
          </a:p>
          <a:p>
            <a:pPr marL="0" lvl="0" indent="0" algn="ctr" rtl="0">
              <a:lnSpc>
                <a:spcPct val="125000"/>
              </a:lnSpc>
              <a:spcBef>
                <a:spcPts val="2300"/>
              </a:spcBef>
              <a:spcAft>
                <a:spcPts val="1400"/>
              </a:spcAft>
              <a:buNone/>
            </a:pPr>
            <a:endParaRPr sz="1800">
              <a:solidFill>
                <a:srgbClr val="D8DEE9"/>
              </a:solidFill>
              <a:highlight>
                <a:srgbClr val="141414"/>
              </a:highlight>
            </a:endParaRPr>
          </a:p>
        </p:txBody>
      </p:sp>
      <p:sp>
        <p:nvSpPr>
          <p:cNvPr id="460" name="Google Shape;460;p86"/>
          <p:cNvSpPr txBox="1"/>
          <p:nvPr/>
        </p:nvSpPr>
        <p:spPr>
          <a:xfrm>
            <a:off x="6035750" y="2158050"/>
            <a:ext cx="3051600" cy="90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D8DEE9"/>
                </a:solidFill>
                <a:latin typeface="Courier New"/>
                <a:ea typeface="Courier New"/>
                <a:cs typeface="Courier New"/>
                <a:sym typeface="Courier New"/>
              </a:rPr>
              <a:t> </a:t>
            </a:r>
            <a:r>
              <a:rPr lang="en" sz="800" b="1">
                <a:solidFill>
                  <a:srgbClr val="D8DEE9"/>
                </a:solidFill>
                <a:latin typeface="Courier New"/>
                <a:ea typeface="Courier New"/>
                <a:cs typeface="Courier New"/>
                <a:sym typeface="Courier New"/>
              </a:rPr>
              <a:t>         </a:t>
            </a:r>
            <a:r>
              <a:rPr lang="en" sz="1200" b="1">
                <a:solidFill>
                  <a:srgbClr val="D8DEE9"/>
                </a:solidFill>
                <a:latin typeface="Courier New"/>
                <a:ea typeface="Courier New"/>
                <a:cs typeface="Courier New"/>
                <a:sym typeface="Courier New"/>
              </a:rPr>
              <a:t>Performance Metrics</a:t>
            </a:r>
            <a:endParaRPr sz="12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800" b="1">
                <a:solidFill>
                  <a:srgbClr val="D8DEE9"/>
                </a:solidFill>
                <a:latin typeface="Courier New"/>
                <a:ea typeface="Courier New"/>
                <a:cs typeface="Courier New"/>
                <a:sym typeface="Courier New"/>
              </a:rPr>
              <a:t>      Accuracy    Precision   Recall   F1  </a:t>
            </a:r>
            <a:endParaRPr sz="8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900" b="1">
                <a:solidFill>
                  <a:srgbClr val="D8DEE9"/>
                </a:solidFill>
                <a:latin typeface="Courier New"/>
                <a:ea typeface="Courier New"/>
                <a:cs typeface="Courier New"/>
                <a:sym typeface="Courier New"/>
              </a:rPr>
              <a:t>y_3   </a:t>
            </a:r>
            <a:r>
              <a:rPr lang="en" sz="800" b="1">
                <a:solidFill>
                  <a:srgbClr val="D8DEE9"/>
                </a:solidFill>
                <a:latin typeface="Courier New"/>
                <a:ea typeface="Courier New"/>
                <a:cs typeface="Courier New"/>
                <a:sym typeface="Courier New"/>
              </a:rPr>
              <a:t>0.494        0.367     0.319   0.313</a:t>
            </a:r>
            <a:r>
              <a:rPr lang="en" sz="900" b="1">
                <a:solidFill>
                  <a:srgbClr val="D8DEE9"/>
                </a:solidFill>
                <a:latin typeface="Courier New"/>
                <a:ea typeface="Courier New"/>
                <a:cs typeface="Courier New"/>
                <a:sym typeface="Courier New"/>
              </a:rPr>
              <a:t>     </a:t>
            </a:r>
            <a:endParaRPr sz="9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900" b="1">
                <a:solidFill>
                  <a:srgbClr val="D8DEE9"/>
                </a:solidFill>
                <a:latin typeface="Courier New"/>
                <a:ea typeface="Courier New"/>
                <a:cs typeface="Courier New"/>
                <a:sym typeface="Courier New"/>
              </a:rPr>
              <a:t>y_7   </a:t>
            </a:r>
            <a:r>
              <a:rPr lang="en" sz="800" b="1">
                <a:solidFill>
                  <a:srgbClr val="D8DEE9"/>
                </a:solidFill>
                <a:latin typeface="Courier New"/>
                <a:ea typeface="Courier New"/>
                <a:cs typeface="Courier New"/>
                <a:sym typeface="Courier New"/>
              </a:rPr>
              <a:t>0.387        0.246     0.251   0.238</a:t>
            </a:r>
            <a:r>
              <a:rPr lang="en" sz="900" b="1">
                <a:solidFill>
                  <a:srgbClr val="D8DEE9"/>
                </a:solidFill>
                <a:latin typeface="Courier New"/>
                <a:ea typeface="Courier New"/>
                <a:cs typeface="Courier New"/>
                <a:sym typeface="Courier New"/>
              </a:rPr>
              <a:t>     </a:t>
            </a:r>
            <a:endParaRPr sz="9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900" b="1">
                <a:solidFill>
                  <a:srgbClr val="D8DEE9"/>
                </a:solidFill>
                <a:latin typeface="Courier New"/>
                <a:ea typeface="Courier New"/>
                <a:cs typeface="Courier New"/>
                <a:sym typeface="Courier New"/>
              </a:rPr>
              <a:t>y_14  </a:t>
            </a:r>
            <a:r>
              <a:rPr lang="en" sz="800" b="1">
                <a:solidFill>
                  <a:srgbClr val="D8DEE9"/>
                </a:solidFill>
                <a:latin typeface="Courier New"/>
                <a:ea typeface="Courier New"/>
                <a:cs typeface="Courier New"/>
                <a:sym typeface="Courier New"/>
              </a:rPr>
              <a:t>0.324        0.211     0.215   0.200</a:t>
            </a:r>
            <a:endParaRPr sz="800" b="1">
              <a:solidFill>
                <a:srgbClr val="D8DEE9"/>
              </a:solidFill>
              <a:latin typeface="Courier New"/>
              <a:ea typeface="Courier New"/>
              <a:cs typeface="Courier New"/>
              <a:sym typeface="Courier New"/>
            </a:endParaRPr>
          </a:p>
        </p:txBody>
      </p:sp>
      <p:pic>
        <p:nvPicPr>
          <p:cNvPr id="461" name="Google Shape;461;p86"/>
          <p:cNvPicPr preferRelativeResize="0"/>
          <p:nvPr/>
        </p:nvPicPr>
        <p:blipFill>
          <a:blip r:embed="rId3">
            <a:alphaModFix/>
          </a:blip>
          <a:stretch>
            <a:fillRect/>
          </a:stretch>
        </p:blipFill>
        <p:spPr>
          <a:xfrm>
            <a:off x="838200" y="3074925"/>
            <a:ext cx="2425951" cy="2117050"/>
          </a:xfrm>
          <a:prstGeom prst="rect">
            <a:avLst/>
          </a:prstGeom>
          <a:noFill/>
          <a:ln>
            <a:noFill/>
          </a:ln>
        </p:spPr>
      </p:pic>
      <p:pic>
        <p:nvPicPr>
          <p:cNvPr id="462" name="Google Shape;462;p86"/>
          <p:cNvPicPr preferRelativeResize="0"/>
          <p:nvPr/>
        </p:nvPicPr>
        <p:blipFill>
          <a:blip r:embed="rId4">
            <a:alphaModFix/>
          </a:blip>
          <a:stretch>
            <a:fillRect/>
          </a:stretch>
        </p:blipFill>
        <p:spPr>
          <a:xfrm>
            <a:off x="3227000" y="3074937"/>
            <a:ext cx="2425950" cy="2078634"/>
          </a:xfrm>
          <a:prstGeom prst="rect">
            <a:avLst/>
          </a:prstGeom>
          <a:noFill/>
          <a:ln>
            <a:noFill/>
          </a:ln>
        </p:spPr>
      </p:pic>
      <p:pic>
        <p:nvPicPr>
          <p:cNvPr id="463" name="Google Shape;463;p86"/>
          <p:cNvPicPr preferRelativeResize="0"/>
          <p:nvPr/>
        </p:nvPicPr>
        <p:blipFill>
          <a:blip r:embed="rId5">
            <a:alphaModFix/>
          </a:blip>
          <a:stretch>
            <a:fillRect/>
          </a:stretch>
        </p:blipFill>
        <p:spPr>
          <a:xfrm>
            <a:off x="5652950" y="3074937"/>
            <a:ext cx="2425950" cy="2078634"/>
          </a:xfrm>
          <a:prstGeom prst="rect">
            <a:avLst/>
          </a:prstGeom>
          <a:noFill/>
          <a:ln>
            <a:noFill/>
          </a:ln>
        </p:spPr>
      </p:pic>
      <p:pic>
        <p:nvPicPr>
          <p:cNvPr id="464" name="Google Shape;464;p86"/>
          <p:cNvPicPr preferRelativeResize="0"/>
          <p:nvPr/>
        </p:nvPicPr>
        <p:blipFill>
          <a:blip r:embed="rId6">
            <a:alphaModFix/>
          </a:blip>
          <a:stretch>
            <a:fillRect/>
          </a:stretch>
        </p:blipFill>
        <p:spPr>
          <a:xfrm>
            <a:off x="6090500" y="340845"/>
            <a:ext cx="2996851" cy="148708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87"/>
          <p:cNvSpPr txBox="1">
            <a:spLocks noGrp="1"/>
          </p:cNvSpPr>
          <p:nvPr>
            <p:ph type="title"/>
          </p:nvPr>
        </p:nvSpPr>
        <p:spPr>
          <a:xfrm>
            <a:off x="311700" y="1096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Random forest + SMOTE</a:t>
            </a:r>
            <a:endParaRPr/>
          </a:p>
        </p:txBody>
      </p:sp>
      <p:pic>
        <p:nvPicPr>
          <p:cNvPr id="470" name="Google Shape;470;p87"/>
          <p:cNvPicPr preferRelativeResize="0"/>
          <p:nvPr/>
        </p:nvPicPr>
        <p:blipFill>
          <a:blip r:embed="rId3">
            <a:alphaModFix/>
          </a:blip>
          <a:stretch>
            <a:fillRect/>
          </a:stretch>
        </p:blipFill>
        <p:spPr>
          <a:xfrm>
            <a:off x="882000" y="2955655"/>
            <a:ext cx="2403162" cy="2187843"/>
          </a:xfrm>
          <a:prstGeom prst="rect">
            <a:avLst/>
          </a:prstGeom>
          <a:noFill/>
          <a:ln>
            <a:noFill/>
          </a:ln>
        </p:spPr>
      </p:pic>
      <p:pic>
        <p:nvPicPr>
          <p:cNvPr id="471" name="Google Shape;471;p87"/>
          <p:cNvPicPr preferRelativeResize="0"/>
          <p:nvPr/>
        </p:nvPicPr>
        <p:blipFill>
          <a:blip r:embed="rId4">
            <a:alphaModFix/>
          </a:blip>
          <a:stretch>
            <a:fillRect/>
          </a:stretch>
        </p:blipFill>
        <p:spPr>
          <a:xfrm>
            <a:off x="3285163" y="2955655"/>
            <a:ext cx="2382049" cy="2187843"/>
          </a:xfrm>
          <a:prstGeom prst="rect">
            <a:avLst/>
          </a:prstGeom>
          <a:noFill/>
          <a:ln>
            <a:noFill/>
          </a:ln>
        </p:spPr>
      </p:pic>
      <p:pic>
        <p:nvPicPr>
          <p:cNvPr id="472" name="Google Shape;472;p87"/>
          <p:cNvPicPr preferRelativeResize="0"/>
          <p:nvPr/>
        </p:nvPicPr>
        <p:blipFill>
          <a:blip r:embed="rId5">
            <a:alphaModFix/>
          </a:blip>
          <a:stretch>
            <a:fillRect/>
          </a:stretch>
        </p:blipFill>
        <p:spPr>
          <a:xfrm>
            <a:off x="5667216" y="2955650"/>
            <a:ext cx="2403160" cy="2187849"/>
          </a:xfrm>
          <a:prstGeom prst="rect">
            <a:avLst/>
          </a:prstGeom>
          <a:noFill/>
          <a:ln>
            <a:noFill/>
          </a:ln>
        </p:spPr>
      </p:pic>
      <p:sp>
        <p:nvSpPr>
          <p:cNvPr id="473" name="Google Shape;473;p87"/>
          <p:cNvSpPr txBox="1"/>
          <p:nvPr/>
        </p:nvSpPr>
        <p:spPr>
          <a:xfrm>
            <a:off x="120700" y="109675"/>
            <a:ext cx="2725200" cy="2342700"/>
          </a:xfrm>
          <a:prstGeom prst="rect">
            <a:avLst/>
          </a:prstGeom>
          <a:noFill/>
          <a:ln>
            <a:noFill/>
          </a:ln>
        </p:spPr>
        <p:txBody>
          <a:bodyPr spcFirstLastPara="1" wrap="square" lIns="91425" tIns="91425" rIns="91425" bIns="91425" anchor="t" anchorCtr="0">
            <a:spAutoFit/>
          </a:bodyPr>
          <a:lstStyle/>
          <a:p>
            <a:pPr marL="457200" lvl="0" indent="0" algn="ctr" rtl="0">
              <a:lnSpc>
                <a:spcPct val="115000"/>
              </a:lnSpc>
              <a:spcBef>
                <a:spcPts val="2300"/>
              </a:spcBef>
              <a:spcAft>
                <a:spcPts val="0"/>
              </a:spcAft>
              <a:buNone/>
            </a:pPr>
            <a:r>
              <a:rPr lang="en" sz="1800">
                <a:solidFill>
                  <a:srgbClr val="D8DEE9"/>
                </a:solidFill>
                <a:highlight>
                  <a:srgbClr val="141414"/>
                </a:highlight>
              </a:rPr>
              <a:t>Key Insights</a:t>
            </a:r>
            <a:endParaRPr sz="800" b="1">
              <a:solidFill>
                <a:srgbClr val="D8DEE9"/>
              </a:solidFill>
              <a:highlight>
                <a:srgbClr val="141414"/>
              </a:highlight>
            </a:endParaRPr>
          </a:p>
          <a:p>
            <a:pPr marL="457200" lvl="0" indent="-292100" algn="l" rtl="0">
              <a:lnSpc>
                <a:spcPct val="115000"/>
              </a:lnSpc>
              <a:spcBef>
                <a:spcPts val="1400"/>
              </a:spcBef>
              <a:spcAft>
                <a:spcPts val="0"/>
              </a:spcAft>
              <a:buClr>
                <a:srgbClr val="D8DEE9"/>
              </a:buClr>
              <a:buSzPts val="1000"/>
              <a:buChar char="●"/>
            </a:pPr>
            <a:r>
              <a:rPr lang="en" sz="1000">
                <a:solidFill>
                  <a:srgbClr val="D8DEE9"/>
                </a:solidFill>
                <a:highlight>
                  <a:srgbClr val="141414"/>
                </a:highlight>
              </a:rPr>
              <a:t>Balanced dataset by creating synthetic examples for minority classes</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Improved recall for fire detection by over 23%</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 Although accuracy is slightly less than baseline RF, improved overall in F1 score and Recall</a:t>
            </a:r>
            <a:endParaRPr sz="1000">
              <a:solidFill>
                <a:srgbClr val="D8DEE9"/>
              </a:solidFill>
              <a:highlight>
                <a:srgbClr val="141414"/>
              </a:highlight>
            </a:endParaRPr>
          </a:p>
          <a:p>
            <a:pPr marL="457200" lvl="0" indent="0" algn="l" rtl="0">
              <a:lnSpc>
                <a:spcPct val="115000"/>
              </a:lnSpc>
              <a:spcBef>
                <a:spcPts val="700"/>
              </a:spcBef>
              <a:spcAft>
                <a:spcPts val="700"/>
              </a:spcAft>
              <a:buNone/>
            </a:pPr>
            <a:endParaRPr sz="1000">
              <a:solidFill>
                <a:srgbClr val="D8DEE9"/>
              </a:solidFill>
              <a:highlight>
                <a:srgbClr val="141414"/>
              </a:highlight>
            </a:endParaRPr>
          </a:p>
        </p:txBody>
      </p:sp>
      <p:sp>
        <p:nvSpPr>
          <p:cNvPr id="474" name="Google Shape;474;p87"/>
          <p:cNvSpPr txBox="1"/>
          <p:nvPr/>
        </p:nvSpPr>
        <p:spPr>
          <a:xfrm>
            <a:off x="2730750" y="535750"/>
            <a:ext cx="3682500" cy="2521800"/>
          </a:xfrm>
          <a:prstGeom prst="rect">
            <a:avLst/>
          </a:prstGeom>
          <a:noFill/>
          <a:ln>
            <a:noFill/>
          </a:ln>
        </p:spPr>
        <p:txBody>
          <a:bodyPr spcFirstLastPara="1" wrap="square" lIns="91425" tIns="91425" rIns="91425" bIns="91425" anchor="t" anchorCtr="0">
            <a:spAutoFit/>
          </a:bodyPr>
          <a:lstStyle/>
          <a:p>
            <a:pPr marL="0" lvl="0" indent="0" algn="ctr" rtl="0">
              <a:lnSpc>
                <a:spcPct val="125000"/>
              </a:lnSpc>
              <a:spcBef>
                <a:spcPts val="2300"/>
              </a:spcBef>
              <a:spcAft>
                <a:spcPts val="0"/>
              </a:spcAft>
              <a:buNone/>
            </a:pPr>
            <a:r>
              <a:rPr lang="en" sz="1800">
                <a:solidFill>
                  <a:srgbClr val="D8DEE9"/>
                </a:solidFill>
                <a:highlight>
                  <a:srgbClr val="141414"/>
                </a:highlight>
              </a:rPr>
              <a:t>Hyperparameters</a:t>
            </a:r>
            <a:endParaRPr sz="1800">
              <a:solidFill>
                <a:srgbClr val="D8DEE9"/>
              </a:solidFill>
              <a:highlight>
                <a:srgbClr val="141414"/>
              </a:highlight>
            </a:endParaRPr>
          </a:p>
          <a:p>
            <a:pPr marL="457200" lvl="0" indent="-292100" algn="l" rtl="0">
              <a:lnSpc>
                <a:spcPct val="115000"/>
              </a:lnSpc>
              <a:spcBef>
                <a:spcPts val="1400"/>
              </a:spcBef>
              <a:spcAft>
                <a:spcPts val="0"/>
              </a:spcAft>
              <a:buClr>
                <a:srgbClr val="D8DEE9"/>
              </a:buClr>
              <a:buSzPts val="1000"/>
              <a:buChar char="●"/>
            </a:pPr>
            <a:r>
              <a:rPr lang="en" sz="1000">
                <a:solidFill>
                  <a:srgbClr val="D8DEE9"/>
                </a:solidFill>
                <a:highlight>
                  <a:srgbClr val="141414"/>
                </a:highlight>
              </a:rPr>
              <a:t>Algorithm: RandomForestClassifier + SMOTE</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SMOTE sampling strategy: 'auto' (all classes balanced)</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n_estimators: 100</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max_depth: 20</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Random state: 42 (for reproducibility)</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n_jobs: -1</a:t>
            </a:r>
            <a:endParaRPr sz="1500">
              <a:solidFill>
                <a:srgbClr val="D8DEE9"/>
              </a:solidFill>
              <a:highlight>
                <a:srgbClr val="141414"/>
              </a:highlight>
            </a:endParaRPr>
          </a:p>
          <a:p>
            <a:pPr marL="0" lvl="0" indent="0" algn="ctr" rtl="0">
              <a:lnSpc>
                <a:spcPct val="125000"/>
              </a:lnSpc>
              <a:spcBef>
                <a:spcPts val="2300"/>
              </a:spcBef>
              <a:spcAft>
                <a:spcPts val="1400"/>
              </a:spcAft>
              <a:buNone/>
            </a:pPr>
            <a:endParaRPr sz="1800">
              <a:solidFill>
                <a:srgbClr val="D8DEE9"/>
              </a:solidFill>
              <a:highlight>
                <a:srgbClr val="141414"/>
              </a:highlight>
            </a:endParaRPr>
          </a:p>
        </p:txBody>
      </p:sp>
      <p:sp>
        <p:nvSpPr>
          <p:cNvPr id="475" name="Google Shape;475;p87"/>
          <p:cNvSpPr txBox="1"/>
          <p:nvPr/>
        </p:nvSpPr>
        <p:spPr>
          <a:xfrm>
            <a:off x="5757275" y="2032725"/>
            <a:ext cx="39708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D8DEE9"/>
                </a:solidFill>
                <a:latin typeface="Courier New"/>
                <a:ea typeface="Courier New"/>
                <a:cs typeface="Courier New"/>
                <a:sym typeface="Courier New"/>
              </a:rPr>
              <a:t> </a:t>
            </a:r>
            <a:r>
              <a:rPr lang="en" sz="800" b="1">
                <a:solidFill>
                  <a:srgbClr val="D8DEE9"/>
                </a:solidFill>
                <a:latin typeface="Courier New"/>
                <a:ea typeface="Courier New"/>
                <a:cs typeface="Courier New"/>
                <a:sym typeface="Courier New"/>
              </a:rPr>
              <a:t>       </a:t>
            </a:r>
            <a:r>
              <a:rPr lang="en" sz="900" b="1">
                <a:solidFill>
                  <a:srgbClr val="D8DEE9"/>
                </a:solidFill>
                <a:latin typeface="Courier New"/>
                <a:ea typeface="Courier New"/>
                <a:cs typeface="Courier New"/>
                <a:sym typeface="Courier New"/>
              </a:rPr>
              <a:t>  </a:t>
            </a:r>
            <a:r>
              <a:rPr lang="en" sz="1300" b="1">
                <a:solidFill>
                  <a:srgbClr val="D8DEE9"/>
                </a:solidFill>
                <a:latin typeface="Courier New"/>
                <a:ea typeface="Courier New"/>
                <a:cs typeface="Courier New"/>
                <a:sym typeface="Courier New"/>
              </a:rPr>
              <a:t>Performance Metrics</a:t>
            </a:r>
            <a:endParaRPr sz="13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900" b="1">
                <a:solidFill>
                  <a:srgbClr val="D8DEE9"/>
                </a:solidFill>
                <a:latin typeface="Courier New"/>
                <a:ea typeface="Courier New"/>
                <a:cs typeface="Courier New"/>
                <a:sym typeface="Courier New"/>
              </a:rPr>
              <a:t>      Accuracy    Precision   Recall   F1  </a:t>
            </a:r>
            <a:endParaRPr sz="9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1000" b="1">
                <a:solidFill>
                  <a:srgbClr val="D8DEE9"/>
                </a:solidFill>
                <a:latin typeface="Courier New"/>
                <a:ea typeface="Courier New"/>
                <a:cs typeface="Courier New"/>
                <a:sym typeface="Courier New"/>
              </a:rPr>
              <a:t>y_3   </a:t>
            </a:r>
            <a:r>
              <a:rPr lang="en" sz="900" b="1">
                <a:solidFill>
                  <a:srgbClr val="D8DEE9"/>
                </a:solidFill>
                <a:latin typeface="Courier New"/>
                <a:ea typeface="Courier New"/>
                <a:cs typeface="Courier New"/>
                <a:sym typeface="Courier New"/>
              </a:rPr>
              <a:t>0.527        0.437     0.417   0.424</a:t>
            </a:r>
            <a:r>
              <a:rPr lang="en" sz="1000" b="1">
                <a:solidFill>
                  <a:srgbClr val="D8DEE9"/>
                </a:solidFill>
                <a:latin typeface="Courier New"/>
                <a:ea typeface="Courier New"/>
                <a:cs typeface="Courier New"/>
                <a:sym typeface="Courier New"/>
              </a:rPr>
              <a:t>     </a:t>
            </a:r>
            <a:endParaRPr sz="10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1000" b="1">
                <a:solidFill>
                  <a:srgbClr val="D8DEE9"/>
                </a:solidFill>
                <a:latin typeface="Courier New"/>
                <a:ea typeface="Courier New"/>
                <a:cs typeface="Courier New"/>
                <a:sym typeface="Courier New"/>
              </a:rPr>
              <a:t>y_7   </a:t>
            </a:r>
            <a:r>
              <a:rPr lang="en" sz="900" b="1">
                <a:solidFill>
                  <a:srgbClr val="D8DEE9"/>
                </a:solidFill>
                <a:latin typeface="Courier New"/>
                <a:ea typeface="Courier New"/>
                <a:cs typeface="Courier New"/>
                <a:sym typeface="Courier New"/>
              </a:rPr>
              <a:t>0.395        0.308     0.297   0.299</a:t>
            </a:r>
            <a:r>
              <a:rPr lang="en" sz="1000" b="1">
                <a:solidFill>
                  <a:srgbClr val="D8DEE9"/>
                </a:solidFill>
                <a:latin typeface="Courier New"/>
                <a:ea typeface="Courier New"/>
                <a:cs typeface="Courier New"/>
                <a:sym typeface="Courier New"/>
              </a:rPr>
              <a:t>     </a:t>
            </a:r>
            <a:endParaRPr sz="10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1000" b="1">
                <a:solidFill>
                  <a:srgbClr val="D8DEE9"/>
                </a:solidFill>
                <a:latin typeface="Courier New"/>
                <a:ea typeface="Courier New"/>
                <a:cs typeface="Courier New"/>
                <a:sym typeface="Courier New"/>
              </a:rPr>
              <a:t>y_14  </a:t>
            </a:r>
            <a:r>
              <a:rPr lang="en" sz="900" b="1">
                <a:solidFill>
                  <a:srgbClr val="D8DEE9"/>
                </a:solidFill>
                <a:latin typeface="Courier New"/>
                <a:ea typeface="Courier New"/>
                <a:cs typeface="Courier New"/>
                <a:sym typeface="Courier New"/>
              </a:rPr>
              <a:t>0.317        0.232     0.228   0.225</a:t>
            </a:r>
            <a:endParaRPr sz="900" b="1">
              <a:solidFill>
                <a:srgbClr val="D8DEE9"/>
              </a:solidFill>
              <a:latin typeface="Courier New"/>
              <a:ea typeface="Courier New"/>
              <a:cs typeface="Courier New"/>
              <a:sym typeface="Courier New"/>
            </a:endParaRPr>
          </a:p>
        </p:txBody>
      </p:sp>
      <p:pic>
        <p:nvPicPr>
          <p:cNvPr id="476" name="Google Shape;476;p87"/>
          <p:cNvPicPr preferRelativeResize="0"/>
          <p:nvPr/>
        </p:nvPicPr>
        <p:blipFill>
          <a:blip r:embed="rId6">
            <a:alphaModFix/>
          </a:blip>
          <a:stretch>
            <a:fillRect/>
          </a:stretch>
        </p:blipFill>
        <p:spPr>
          <a:xfrm>
            <a:off x="6681575" y="0"/>
            <a:ext cx="2018850" cy="1047950"/>
          </a:xfrm>
          <a:prstGeom prst="rect">
            <a:avLst/>
          </a:prstGeom>
          <a:noFill/>
          <a:ln>
            <a:noFill/>
          </a:ln>
        </p:spPr>
      </p:pic>
      <p:pic>
        <p:nvPicPr>
          <p:cNvPr id="477" name="Google Shape;477;p87"/>
          <p:cNvPicPr preferRelativeResize="0"/>
          <p:nvPr/>
        </p:nvPicPr>
        <p:blipFill>
          <a:blip r:embed="rId7">
            <a:alphaModFix/>
          </a:blip>
          <a:stretch>
            <a:fillRect/>
          </a:stretch>
        </p:blipFill>
        <p:spPr>
          <a:xfrm>
            <a:off x="6681575" y="1047955"/>
            <a:ext cx="2018850" cy="104096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88"/>
          <p:cNvSpPr txBox="1">
            <a:spLocks noGrp="1"/>
          </p:cNvSpPr>
          <p:nvPr>
            <p:ph type="title"/>
          </p:nvPr>
        </p:nvSpPr>
        <p:spPr>
          <a:xfrm>
            <a:off x="311700" y="1096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Xgboost</a:t>
            </a:r>
            <a:endParaRPr/>
          </a:p>
        </p:txBody>
      </p:sp>
      <p:pic>
        <p:nvPicPr>
          <p:cNvPr id="483" name="Google Shape;483;p88"/>
          <p:cNvPicPr preferRelativeResize="0"/>
          <p:nvPr/>
        </p:nvPicPr>
        <p:blipFill>
          <a:blip r:embed="rId3">
            <a:alphaModFix/>
          </a:blip>
          <a:stretch>
            <a:fillRect/>
          </a:stretch>
        </p:blipFill>
        <p:spPr>
          <a:xfrm>
            <a:off x="4252075" y="3384442"/>
            <a:ext cx="2111400" cy="1773034"/>
          </a:xfrm>
          <a:prstGeom prst="rect">
            <a:avLst/>
          </a:prstGeom>
          <a:noFill/>
          <a:ln>
            <a:noFill/>
          </a:ln>
        </p:spPr>
      </p:pic>
      <p:pic>
        <p:nvPicPr>
          <p:cNvPr id="484" name="Google Shape;484;p88"/>
          <p:cNvPicPr preferRelativeResize="0"/>
          <p:nvPr/>
        </p:nvPicPr>
        <p:blipFill>
          <a:blip r:embed="rId4">
            <a:alphaModFix/>
          </a:blip>
          <a:stretch>
            <a:fillRect/>
          </a:stretch>
        </p:blipFill>
        <p:spPr>
          <a:xfrm>
            <a:off x="2140675" y="3384425"/>
            <a:ext cx="2111410" cy="1773050"/>
          </a:xfrm>
          <a:prstGeom prst="rect">
            <a:avLst/>
          </a:prstGeom>
          <a:noFill/>
          <a:ln>
            <a:noFill/>
          </a:ln>
        </p:spPr>
      </p:pic>
      <p:pic>
        <p:nvPicPr>
          <p:cNvPr id="485" name="Google Shape;485;p88"/>
          <p:cNvPicPr preferRelativeResize="0"/>
          <p:nvPr/>
        </p:nvPicPr>
        <p:blipFill>
          <a:blip r:embed="rId5">
            <a:alphaModFix/>
          </a:blip>
          <a:stretch>
            <a:fillRect/>
          </a:stretch>
        </p:blipFill>
        <p:spPr>
          <a:xfrm>
            <a:off x="0" y="3384425"/>
            <a:ext cx="2140675" cy="1773050"/>
          </a:xfrm>
          <a:prstGeom prst="rect">
            <a:avLst/>
          </a:prstGeom>
          <a:noFill/>
          <a:ln>
            <a:noFill/>
          </a:ln>
        </p:spPr>
      </p:pic>
      <p:sp>
        <p:nvSpPr>
          <p:cNvPr id="486" name="Google Shape;486;p88"/>
          <p:cNvSpPr txBox="1"/>
          <p:nvPr/>
        </p:nvSpPr>
        <p:spPr>
          <a:xfrm>
            <a:off x="5941075" y="580163"/>
            <a:ext cx="2537700" cy="1046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D8DEE9"/>
                </a:solidFill>
                <a:latin typeface="Courier New"/>
                <a:ea typeface="Courier New"/>
                <a:cs typeface="Courier New"/>
                <a:sym typeface="Courier New"/>
              </a:rPr>
              <a:t>    </a:t>
            </a:r>
            <a:r>
              <a:rPr lang="en" sz="1200" b="1">
                <a:solidFill>
                  <a:srgbClr val="D8DEE9"/>
                </a:solidFill>
                <a:latin typeface="Courier New"/>
                <a:ea typeface="Courier New"/>
                <a:cs typeface="Courier New"/>
                <a:sym typeface="Courier New"/>
              </a:rPr>
              <a:t>Performance Metrics</a:t>
            </a:r>
            <a:endParaRPr sz="1200" b="1">
              <a:solidFill>
                <a:srgbClr val="D8DEE9"/>
              </a:solidFill>
              <a:latin typeface="Courier New"/>
              <a:ea typeface="Courier New"/>
              <a:cs typeface="Courier New"/>
              <a:sym typeface="Courier New"/>
            </a:endParaRPr>
          </a:p>
          <a:p>
            <a:pPr marL="0" lvl="0" indent="0" algn="l" rtl="0">
              <a:spcBef>
                <a:spcPts val="0"/>
              </a:spcBef>
              <a:spcAft>
                <a:spcPts val="0"/>
              </a:spcAft>
              <a:buNone/>
            </a:pPr>
            <a:endParaRPr sz="12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800" b="1">
                <a:solidFill>
                  <a:srgbClr val="D8DEE9"/>
                </a:solidFill>
                <a:latin typeface="Courier New"/>
                <a:ea typeface="Courier New"/>
                <a:cs typeface="Courier New"/>
                <a:sym typeface="Courier New"/>
              </a:rPr>
              <a:t>     Accuracy  Precision  Recall    F1  </a:t>
            </a:r>
            <a:endParaRPr sz="8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800" b="1">
                <a:solidFill>
                  <a:srgbClr val="D8DEE9"/>
                </a:solidFill>
                <a:latin typeface="Courier New"/>
                <a:ea typeface="Courier New"/>
                <a:cs typeface="Courier New"/>
                <a:sym typeface="Courier New"/>
              </a:rPr>
              <a:t>y_3    0.542      0.525   0.542  0.525</a:t>
            </a:r>
            <a:endParaRPr sz="8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800" b="1">
                <a:solidFill>
                  <a:srgbClr val="D8DEE9"/>
                </a:solidFill>
                <a:latin typeface="Courier New"/>
                <a:ea typeface="Courier New"/>
                <a:cs typeface="Courier New"/>
                <a:sym typeface="Courier New"/>
              </a:rPr>
              <a:t>y_7    0.406      0.393   0.406  0.369</a:t>
            </a:r>
            <a:endParaRPr sz="800" b="1">
              <a:solidFill>
                <a:srgbClr val="D8DEE9"/>
              </a:solidFill>
              <a:latin typeface="Courier New"/>
              <a:ea typeface="Courier New"/>
              <a:cs typeface="Courier New"/>
              <a:sym typeface="Courier New"/>
            </a:endParaRPr>
          </a:p>
          <a:p>
            <a:pPr marL="0" lvl="0" indent="0" algn="l" rtl="0">
              <a:spcBef>
                <a:spcPts val="0"/>
              </a:spcBef>
              <a:spcAft>
                <a:spcPts val="0"/>
              </a:spcAft>
              <a:buNone/>
            </a:pPr>
            <a:r>
              <a:rPr lang="en" sz="800" b="1">
                <a:solidFill>
                  <a:srgbClr val="D8DEE9"/>
                </a:solidFill>
                <a:latin typeface="Courier New"/>
                <a:ea typeface="Courier New"/>
                <a:cs typeface="Courier New"/>
                <a:sym typeface="Courier New"/>
              </a:rPr>
              <a:t>y_14   0.338      0.347   0.338  0.284</a:t>
            </a:r>
            <a:endParaRPr sz="800"/>
          </a:p>
        </p:txBody>
      </p:sp>
      <p:pic>
        <p:nvPicPr>
          <p:cNvPr id="487" name="Google Shape;487;p88"/>
          <p:cNvPicPr preferRelativeResize="0"/>
          <p:nvPr/>
        </p:nvPicPr>
        <p:blipFill>
          <a:blip r:embed="rId6">
            <a:alphaModFix/>
          </a:blip>
          <a:stretch>
            <a:fillRect/>
          </a:stretch>
        </p:blipFill>
        <p:spPr>
          <a:xfrm>
            <a:off x="6363475" y="3384438"/>
            <a:ext cx="2780525" cy="1773050"/>
          </a:xfrm>
          <a:prstGeom prst="rect">
            <a:avLst/>
          </a:prstGeom>
          <a:noFill/>
          <a:ln>
            <a:noFill/>
          </a:ln>
        </p:spPr>
      </p:pic>
      <p:graphicFrame>
        <p:nvGraphicFramePr>
          <p:cNvPr id="488" name="Google Shape;488;p88"/>
          <p:cNvGraphicFramePr/>
          <p:nvPr/>
        </p:nvGraphicFramePr>
        <p:xfrm>
          <a:off x="576800" y="1850000"/>
          <a:ext cx="3000000" cy="3000000"/>
        </p:xfrm>
        <a:graphic>
          <a:graphicData uri="http://schemas.openxmlformats.org/drawingml/2006/table">
            <a:tbl>
              <a:tblPr>
                <a:noFill/>
                <a:tableStyleId>{6BFE5DE2-A58F-4E92-B6AB-F7E17E8FF10C}</a:tableStyleId>
              </a:tblPr>
              <a:tblGrid>
                <a:gridCol w="591100">
                  <a:extLst>
                    <a:ext uri="{9D8B030D-6E8A-4147-A177-3AD203B41FA5}">
                      <a16:colId xmlns:a16="http://schemas.microsoft.com/office/drawing/2014/main" val="20000"/>
                    </a:ext>
                  </a:extLst>
                </a:gridCol>
                <a:gridCol w="856200">
                  <a:extLst>
                    <a:ext uri="{9D8B030D-6E8A-4147-A177-3AD203B41FA5}">
                      <a16:colId xmlns:a16="http://schemas.microsoft.com/office/drawing/2014/main" val="20001"/>
                    </a:ext>
                  </a:extLst>
                </a:gridCol>
                <a:gridCol w="742350">
                  <a:extLst>
                    <a:ext uri="{9D8B030D-6E8A-4147-A177-3AD203B41FA5}">
                      <a16:colId xmlns:a16="http://schemas.microsoft.com/office/drawing/2014/main" val="20002"/>
                    </a:ext>
                  </a:extLst>
                </a:gridCol>
                <a:gridCol w="836550">
                  <a:extLst>
                    <a:ext uri="{9D8B030D-6E8A-4147-A177-3AD203B41FA5}">
                      <a16:colId xmlns:a16="http://schemas.microsoft.com/office/drawing/2014/main" val="20003"/>
                    </a:ext>
                  </a:extLst>
                </a:gridCol>
                <a:gridCol w="688375">
                  <a:extLst>
                    <a:ext uri="{9D8B030D-6E8A-4147-A177-3AD203B41FA5}">
                      <a16:colId xmlns:a16="http://schemas.microsoft.com/office/drawing/2014/main" val="20004"/>
                    </a:ext>
                  </a:extLst>
                </a:gridCol>
                <a:gridCol w="771225">
                  <a:extLst>
                    <a:ext uri="{9D8B030D-6E8A-4147-A177-3AD203B41FA5}">
                      <a16:colId xmlns:a16="http://schemas.microsoft.com/office/drawing/2014/main" val="20005"/>
                    </a:ext>
                  </a:extLst>
                </a:gridCol>
                <a:gridCol w="1057025">
                  <a:extLst>
                    <a:ext uri="{9D8B030D-6E8A-4147-A177-3AD203B41FA5}">
                      <a16:colId xmlns:a16="http://schemas.microsoft.com/office/drawing/2014/main" val="20006"/>
                    </a:ext>
                  </a:extLst>
                </a:gridCol>
                <a:gridCol w="549025">
                  <a:extLst>
                    <a:ext uri="{9D8B030D-6E8A-4147-A177-3AD203B41FA5}">
                      <a16:colId xmlns:a16="http://schemas.microsoft.com/office/drawing/2014/main" val="20007"/>
                    </a:ext>
                  </a:extLst>
                </a:gridCol>
                <a:gridCol w="724325">
                  <a:extLst>
                    <a:ext uri="{9D8B030D-6E8A-4147-A177-3AD203B41FA5}">
                      <a16:colId xmlns:a16="http://schemas.microsoft.com/office/drawing/2014/main" val="20008"/>
                    </a:ext>
                  </a:extLst>
                </a:gridCol>
                <a:gridCol w="1085800">
                  <a:extLst>
                    <a:ext uri="{9D8B030D-6E8A-4147-A177-3AD203B41FA5}">
                      <a16:colId xmlns:a16="http://schemas.microsoft.com/office/drawing/2014/main" val="20009"/>
                    </a:ext>
                  </a:extLst>
                </a:gridCol>
              </a:tblGrid>
              <a:tr h="363575">
                <a:tc>
                  <a:txBody>
                    <a:bodyPr/>
                    <a:lstStyle/>
                    <a:p>
                      <a:pPr marL="0" lvl="0" indent="0" algn="l" rtl="0">
                        <a:spcBef>
                          <a:spcPts val="0"/>
                        </a:spcBef>
                        <a:spcAft>
                          <a:spcPts val="0"/>
                        </a:spcAft>
                        <a:buNone/>
                      </a:pP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n_estimators</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max_depth</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learning_rate</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reg_alpha</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reg_lambda</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min_child_weight</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gamma</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subsample</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colsample_bytree</a:t>
                      </a:r>
                      <a:endParaRPr sz="1000">
                        <a:solidFill>
                          <a:schemeClr val="lt1"/>
                        </a:solidFill>
                        <a:latin typeface="Abel"/>
                        <a:ea typeface="Abel"/>
                        <a:cs typeface="Abel"/>
                        <a:sym typeface="Abel"/>
                      </a:endParaRPr>
                    </a:p>
                  </a:txBody>
                  <a:tcPr marL="91425" marR="91425" marT="91425" marB="91425">
                    <a:solidFill>
                      <a:schemeClr val="dk1"/>
                    </a:solidFill>
                  </a:tcPr>
                </a:tc>
                <a:extLst>
                  <a:ext uri="{0D108BD9-81ED-4DB2-BD59-A6C34878D82A}">
                    <a16:rowId xmlns:a16="http://schemas.microsoft.com/office/drawing/2014/main" val="10000"/>
                  </a:ext>
                </a:extLst>
              </a:tr>
              <a:tr h="352450">
                <a:tc>
                  <a:txBody>
                    <a:bodyPr/>
                    <a:lstStyle/>
                    <a:p>
                      <a:pPr marL="0" lvl="0" indent="0" algn="l" rtl="0">
                        <a:spcBef>
                          <a:spcPts val="0"/>
                        </a:spcBef>
                        <a:spcAft>
                          <a:spcPts val="0"/>
                        </a:spcAft>
                        <a:buNone/>
                      </a:pPr>
                      <a:r>
                        <a:rPr lang="en" sz="1000">
                          <a:solidFill>
                            <a:schemeClr val="lt1"/>
                          </a:solidFill>
                          <a:latin typeface="Abel"/>
                          <a:ea typeface="Abel"/>
                          <a:cs typeface="Abel"/>
                          <a:sym typeface="Abel"/>
                        </a:rPr>
                        <a:t>3 Day</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250</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1</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0.02</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0.3</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2.0</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1.0</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0.4</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1.0</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1.0</a:t>
                      </a:r>
                      <a:endParaRPr sz="1000">
                        <a:solidFill>
                          <a:schemeClr val="lt1"/>
                        </a:solidFill>
                        <a:latin typeface="Abel"/>
                        <a:ea typeface="Abel"/>
                        <a:cs typeface="Abel"/>
                        <a:sym typeface="Abel"/>
                      </a:endParaRPr>
                    </a:p>
                  </a:txBody>
                  <a:tcPr marL="91425" marR="91425" marT="91425" marB="91425">
                    <a:solidFill>
                      <a:schemeClr val="dk1"/>
                    </a:solidFill>
                  </a:tcPr>
                </a:tc>
                <a:extLst>
                  <a:ext uri="{0D108BD9-81ED-4DB2-BD59-A6C34878D82A}">
                    <a16:rowId xmlns:a16="http://schemas.microsoft.com/office/drawing/2014/main" val="10001"/>
                  </a:ext>
                </a:extLst>
              </a:tr>
              <a:tr h="352450">
                <a:tc>
                  <a:txBody>
                    <a:bodyPr/>
                    <a:lstStyle/>
                    <a:p>
                      <a:pPr marL="0" lvl="0" indent="0" algn="l" rtl="0">
                        <a:spcBef>
                          <a:spcPts val="0"/>
                        </a:spcBef>
                        <a:spcAft>
                          <a:spcPts val="0"/>
                        </a:spcAft>
                        <a:buNone/>
                      </a:pPr>
                      <a:r>
                        <a:rPr lang="en" sz="1000">
                          <a:solidFill>
                            <a:schemeClr val="lt1"/>
                          </a:solidFill>
                          <a:latin typeface="Abel"/>
                          <a:ea typeface="Abel"/>
                          <a:cs typeface="Abel"/>
                          <a:sym typeface="Abel"/>
                        </a:rPr>
                        <a:t>7 Day</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200</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5</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0.04</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0.3</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1.0</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5</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0.8</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0.3</a:t>
                      </a:r>
                      <a:endParaRPr sz="1000">
                        <a:solidFill>
                          <a:schemeClr val="lt1"/>
                        </a:solidFill>
                        <a:latin typeface="Abel"/>
                        <a:ea typeface="Abel"/>
                        <a:cs typeface="Abel"/>
                        <a:sym typeface="Abel"/>
                      </a:endParaRPr>
                    </a:p>
                  </a:txBody>
                  <a:tcPr marL="91425" marR="91425" marT="91425" marB="91425">
                    <a:solidFill>
                      <a:schemeClr val="dk1"/>
                    </a:solidFill>
                  </a:tcPr>
                </a:tc>
                <a:extLst>
                  <a:ext uri="{0D108BD9-81ED-4DB2-BD59-A6C34878D82A}">
                    <a16:rowId xmlns:a16="http://schemas.microsoft.com/office/drawing/2014/main" val="10002"/>
                  </a:ext>
                </a:extLst>
              </a:tr>
              <a:tr h="352450">
                <a:tc>
                  <a:txBody>
                    <a:bodyPr/>
                    <a:lstStyle/>
                    <a:p>
                      <a:pPr marL="0" lvl="0" indent="0" algn="l" rtl="0">
                        <a:spcBef>
                          <a:spcPts val="0"/>
                        </a:spcBef>
                        <a:spcAft>
                          <a:spcPts val="0"/>
                        </a:spcAft>
                        <a:buNone/>
                      </a:pPr>
                      <a:r>
                        <a:rPr lang="en" sz="1000">
                          <a:solidFill>
                            <a:schemeClr val="lt1"/>
                          </a:solidFill>
                          <a:latin typeface="Abel"/>
                          <a:ea typeface="Abel"/>
                          <a:cs typeface="Abel"/>
                          <a:sym typeface="Abel"/>
                        </a:rPr>
                        <a:t>14 Day</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300</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3</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0.03</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0.8</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0.5</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3</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0.3</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1.0</a:t>
                      </a:r>
                      <a:endParaRPr sz="1000">
                        <a:solidFill>
                          <a:schemeClr val="lt1"/>
                        </a:solidFill>
                        <a:latin typeface="Abel"/>
                        <a:ea typeface="Abel"/>
                        <a:cs typeface="Abel"/>
                        <a:sym typeface="Abel"/>
                      </a:endParaRPr>
                    </a:p>
                  </a:txBody>
                  <a:tcPr marL="91425" marR="91425" marT="91425" marB="91425">
                    <a:solidFill>
                      <a:schemeClr val="dk1"/>
                    </a:solidFill>
                  </a:tcPr>
                </a:tc>
                <a:tc>
                  <a:txBody>
                    <a:bodyPr/>
                    <a:lstStyle/>
                    <a:p>
                      <a:pPr marL="0" lvl="0" indent="0" algn="ctr" rtl="0">
                        <a:spcBef>
                          <a:spcPts val="0"/>
                        </a:spcBef>
                        <a:spcAft>
                          <a:spcPts val="0"/>
                        </a:spcAft>
                        <a:buNone/>
                      </a:pPr>
                      <a:r>
                        <a:rPr lang="en" sz="1000">
                          <a:solidFill>
                            <a:schemeClr val="lt1"/>
                          </a:solidFill>
                          <a:latin typeface="Abel"/>
                          <a:ea typeface="Abel"/>
                          <a:cs typeface="Abel"/>
                          <a:sym typeface="Abel"/>
                        </a:rPr>
                        <a:t>0.3</a:t>
                      </a:r>
                      <a:endParaRPr sz="1000">
                        <a:solidFill>
                          <a:schemeClr val="lt1"/>
                        </a:solidFill>
                        <a:latin typeface="Abel"/>
                        <a:ea typeface="Abel"/>
                        <a:cs typeface="Abel"/>
                        <a:sym typeface="Abel"/>
                      </a:endParaRPr>
                    </a:p>
                  </a:txBody>
                  <a:tcPr marL="91425" marR="91425" marT="91425" marB="91425">
                    <a:solidFill>
                      <a:schemeClr val="dk1"/>
                    </a:solidFill>
                  </a:tcPr>
                </a:tc>
                <a:extLst>
                  <a:ext uri="{0D108BD9-81ED-4DB2-BD59-A6C34878D82A}">
                    <a16:rowId xmlns:a16="http://schemas.microsoft.com/office/drawing/2014/main" val="10003"/>
                  </a:ext>
                </a:extLst>
              </a:tr>
            </a:tbl>
          </a:graphicData>
        </a:graphic>
      </p:graphicFrame>
      <p:sp>
        <p:nvSpPr>
          <p:cNvPr id="489" name="Google Shape;489;p88"/>
          <p:cNvSpPr txBox="1"/>
          <p:nvPr/>
        </p:nvSpPr>
        <p:spPr>
          <a:xfrm>
            <a:off x="311700" y="264500"/>
            <a:ext cx="3061800" cy="1553400"/>
          </a:xfrm>
          <a:prstGeom prst="rect">
            <a:avLst/>
          </a:prstGeom>
          <a:noFill/>
          <a:ln>
            <a:noFill/>
          </a:ln>
        </p:spPr>
        <p:txBody>
          <a:bodyPr spcFirstLastPara="1" wrap="square" lIns="91425" tIns="91425" rIns="91425" bIns="91425" anchor="t" anchorCtr="0">
            <a:spAutoFit/>
          </a:bodyPr>
          <a:lstStyle/>
          <a:p>
            <a:pPr marL="457200" lvl="0" indent="0" algn="ctr" rtl="0">
              <a:lnSpc>
                <a:spcPct val="100000"/>
              </a:lnSpc>
              <a:spcBef>
                <a:spcPts val="2300"/>
              </a:spcBef>
              <a:spcAft>
                <a:spcPts val="0"/>
              </a:spcAft>
              <a:buNone/>
            </a:pPr>
            <a:r>
              <a:rPr lang="en" sz="1600">
                <a:solidFill>
                  <a:schemeClr val="lt1"/>
                </a:solidFill>
                <a:latin typeface="Abel"/>
                <a:ea typeface="Abel"/>
                <a:cs typeface="Abel"/>
                <a:sym typeface="Abel"/>
              </a:rPr>
              <a:t>Key Insights</a:t>
            </a:r>
            <a:endParaRPr sz="600" b="1">
              <a:solidFill>
                <a:schemeClr val="lt1"/>
              </a:solidFill>
              <a:latin typeface="Abel"/>
              <a:ea typeface="Abel"/>
              <a:cs typeface="Abel"/>
              <a:sym typeface="Abel"/>
            </a:endParaRPr>
          </a:p>
          <a:p>
            <a:pPr marL="457200" lvl="0" indent="-273050" algn="l" rtl="0">
              <a:lnSpc>
                <a:spcPct val="100000"/>
              </a:lnSpc>
              <a:spcBef>
                <a:spcPts val="1400"/>
              </a:spcBef>
              <a:spcAft>
                <a:spcPts val="0"/>
              </a:spcAft>
              <a:buClr>
                <a:schemeClr val="lt1"/>
              </a:buClr>
              <a:buSzPts val="700"/>
              <a:buChar char="●"/>
            </a:pPr>
            <a:r>
              <a:rPr lang="en" sz="700" b="1">
                <a:solidFill>
                  <a:schemeClr val="lt1"/>
                </a:solidFill>
                <a:latin typeface="Abel"/>
                <a:ea typeface="Abel"/>
                <a:cs typeface="Abel"/>
                <a:sym typeface="Abel"/>
              </a:rPr>
              <a:t>All XGBoost models outperform baseline</a:t>
            </a:r>
            <a:r>
              <a:rPr lang="en" sz="700">
                <a:solidFill>
                  <a:schemeClr val="lt1"/>
                </a:solidFill>
                <a:latin typeface="Abel"/>
                <a:ea typeface="Abel"/>
                <a:cs typeface="Abel"/>
                <a:sym typeface="Abel"/>
              </a:rPr>
              <a:t>, demonstrating strong pattern recognition at short and long horizons</a:t>
            </a:r>
            <a:endParaRPr sz="700">
              <a:solidFill>
                <a:schemeClr val="lt1"/>
              </a:solidFill>
              <a:latin typeface="Abel"/>
              <a:ea typeface="Abel"/>
              <a:cs typeface="Abel"/>
              <a:sym typeface="Abel"/>
            </a:endParaRPr>
          </a:p>
          <a:p>
            <a:pPr marL="457200" lvl="0" indent="-273050" algn="l" rtl="0">
              <a:lnSpc>
                <a:spcPct val="115000"/>
              </a:lnSpc>
              <a:spcBef>
                <a:spcPts val="0"/>
              </a:spcBef>
              <a:spcAft>
                <a:spcPts val="0"/>
              </a:spcAft>
              <a:buClr>
                <a:schemeClr val="lt1"/>
              </a:buClr>
              <a:buSzPts val="700"/>
              <a:buChar char="●"/>
            </a:pPr>
            <a:r>
              <a:rPr lang="en" sz="700">
                <a:solidFill>
                  <a:schemeClr val="lt1"/>
                </a:solidFill>
                <a:latin typeface="Abel"/>
                <a:ea typeface="Abel"/>
                <a:cs typeface="Abel"/>
                <a:sym typeface="Abel"/>
              </a:rPr>
              <a:t>The </a:t>
            </a:r>
            <a:r>
              <a:rPr lang="en" sz="700" b="1">
                <a:solidFill>
                  <a:schemeClr val="lt1"/>
                </a:solidFill>
                <a:latin typeface="Abel"/>
                <a:ea typeface="Abel"/>
                <a:cs typeface="Abel"/>
                <a:sym typeface="Abel"/>
              </a:rPr>
              <a:t>3-day model reaches 54.2% accuracy</a:t>
            </a:r>
            <a:r>
              <a:rPr lang="en" sz="700">
                <a:solidFill>
                  <a:schemeClr val="lt1"/>
                </a:solidFill>
                <a:latin typeface="Abel"/>
                <a:ea typeface="Abel"/>
                <a:cs typeface="Abel"/>
                <a:sym typeface="Abel"/>
              </a:rPr>
              <a:t>, indicating high short-term predictive power</a:t>
            </a:r>
            <a:endParaRPr sz="700">
              <a:solidFill>
                <a:schemeClr val="lt1"/>
              </a:solidFill>
              <a:latin typeface="Abel"/>
              <a:ea typeface="Abel"/>
              <a:cs typeface="Abel"/>
              <a:sym typeface="Abel"/>
            </a:endParaRPr>
          </a:p>
          <a:p>
            <a:pPr marL="457200" lvl="0" indent="-273050" algn="l" rtl="0">
              <a:lnSpc>
                <a:spcPct val="115000"/>
              </a:lnSpc>
              <a:spcBef>
                <a:spcPts val="0"/>
              </a:spcBef>
              <a:spcAft>
                <a:spcPts val="0"/>
              </a:spcAft>
              <a:buClr>
                <a:schemeClr val="lt1"/>
              </a:buClr>
              <a:buSzPts val="700"/>
              <a:buChar char="●"/>
            </a:pPr>
            <a:r>
              <a:rPr lang="en" sz="700">
                <a:solidFill>
                  <a:schemeClr val="lt1"/>
                </a:solidFill>
                <a:latin typeface="Abel"/>
                <a:ea typeface="Abel"/>
                <a:cs typeface="Abel"/>
                <a:sym typeface="Abel"/>
              </a:rPr>
              <a:t>The </a:t>
            </a:r>
            <a:r>
              <a:rPr lang="en" sz="700" b="1">
                <a:solidFill>
                  <a:schemeClr val="lt1"/>
                </a:solidFill>
                <a:latin typeface="Abel"/>
                <a:ea typeface="Abel"/>
                <a:cs typeface="Abel"/>
                <a:sym typeface="Abel"/>
              </a:rPr>
              <a:t>7-day and 14-day models</a:t>
            </a:r>
            <a:r>
              <a:rPr lang="en" sz="700">
                <a:solidFill>
                  <a:schemeClr val="lt1"/>
                </a:solidFill>
                <a:latin typeface="Abel"/>
                <a:ea typeface="Abel"/>
                <a:cs typeface="Abel"/>
                <a:sym typeface="Abel"/>
              </a:rPr>
              <a:t> show diminishing performance, reflecting the growing challenge of forecasting fire risk further into the future</a:t>
            </a:r>
            <a:endParaRPr sz="700">
              <a:solidFill>
                <a:schemeClr val="lt1"/>
              </a:solidFill>
              <a:latin typeface="Abel"/>
              <a:ea typeface="Abel"/>
              <a:cs typeface="Abel"/>
              <a:sym typeface="Abel"/>
            </a:endParaRPr>
          </a:p>
          <a:p>
            <a:pPr marL="457200" lvl="0" indent="-273050" algn="l" rtl="0">
              <a:lnSpc>
                <a:spcPct val="115000"/>
              </a:lnSpc>
              <a:spcBef>
                <a:spcPts val="0"/>
              </a:spcBef>
              <a:spcAft>
                <a:spcPts val="0"/>
              </a:spcAft>
              <a:buClr>
                <a:schemeClr val="lt1"/>
              </a:buClr>
              <a:buSzPts val="700"/>
              <a:buChar char="●"/>
            </a:pPr>
            <a:r>
              <a:rPr lang="en" sz="700">
                <a:solidFill>
                  <a:schemeClr val="lt1"/>
                </a:solidFill>
                <a:latin typeface="Abel"/>
                <a:ea typeface="Abel"/>
                <a:cs typeface="Abel"/>
                <a:sym typeface="Abel"/>
              </a:rPr>
              <a:t>Precision remains relatively stable across time windows, showing the model remains </a:t>
            </a:r>
            <a:r>
              <a:rPr lang="en" sz="700" b="1">
                <a:solidFill>
                  <a:schemeClr val="lt1"/>
                </a:solidFill>
                <a:latin typeface="Abel"/>
                <a:ea typeface="Abel"/>
                <a:cs typeface="Abel"/>
                <a:sym typeface="Abel"/>
              </a:rPr>
              <a:t>cautious and consistent in identifying true fire risks</a:t>
            </a:r>
            <a:endParaRPr sz="700">
              <a:solidFill>
                <a:schemeClr val="lt1"/>
              </a:solidFill>
              <a:latin typeface="Abel"/>
              <a:ea typeface="Abel"/>
              <a:cs typeface="Abel"/>
              <a:sym typeface="Abel"/>
            </a:endParaRPr>
          </a:p>
        </p:txBody>
      </p:sp>
      <p:sp>
        <p:nvSpPr>
          <p:cNvPr id="490" name="Google Shape;490;p88"/>
          <p:cNvSpPr txBox="1"/>
          <p:nvPr/>
        </p:nvSpPr>
        <p:spPr>
          <a:xfrm>
            <a:off x="2930250" y="972100"/>
            <a:ext cx="2896500" cy="918300"/>
          </a:xfrm>
          <a:prstGeom prst="rect">
            <a:avLst/>
          </a:prstGeom>
          <a:noFill/>
          <a:ln>
            <a:noFill/>
          </a:ln>
        </p:spPr>
        <p:txBody>
          <a:bodyPr spcFirstLastPara="1" wrap="square" lIns="91425" tIns="91425" rIns="91425" bIns="91425" anchor="t" anchorCtr="0">
            <a:spAutoFit/>
          </a:bodyPr>
          <a:lstStyle/>
          <a:p>
            <a:pPr marL="457200" lvl="0" indent="0" algn="ctr" rtl="0">
              <a:lnSpc>
                <a:spcPct val="100000"/>
              </a:lnSpc>
              <a:spcBef>
                <a:spcPts val="2300"/>
              </a:spcBef>
              <a:spcAft>
                <a:spcPts val="0"/>
              </a:spcAft>
              <a:buNone/>
            </a:pPr>
            <a:r>
              <a:rPr lang="en" sz="1600">
                <a:solidFill>
                  <a:schemeClr val="lt1"/>
                </a:solidFill>
                <a:latin typeface="Abel"/>
                <a:ea typeface="Abel"/>
                <a:cs typeface="Abel"/>
                <a:sym typeface="Abel"/>
              </a:rPr>
              <a:t>Hyperparameter Tuning</a:t>
            </a:r>
            <a:endParaRPr sz="600" b="1">
              <a:solidFill>
                <a:schemeClr val="lt1"/>
              </a:solidFill>
              <a:latin typeface="Abel"/>
              <a:ea typeface="Abel"/>
              <a:cs typeface="Abel"/>
              <a:sym typeface="Abel"/>
            </a:endParaRPr>
          </a:p>
          <a:p>
            <a:pPr marL="457200" lvl="0" indent="0" algn="l" rtl="0">
              <a:lnSpc>
                <a:spcPct val="100000"/>
              </a:lnSpc>
              <a:spcBef>
                <a:spcPts val="1400"/>
              </a:spcBef>
              <a:spcAft>
                <a:spcPts val="700"/>
              </a:spcAft>
              <a:buNone/>
            </a:pPr>
            <a:r>
              <a:rPr lang="en" sz="1000">
                <a:solidFill>
                  <a:schemeClr val="lt1"/>
                </a:solidFill>
                <a:latin typeface="Abel"/>
                <a:ea typeface="Abel"/>
                <a:cs typeface="Abel"/>
                <a:sym typeface="Abel"/>
              </a:rPr>
              <a:t>Random search with 20 iterations per model (best parameters listed below)</a:t>
            </a:r>
            <a:endParaRPr sz="1000">
              <a:solidFill>
                <a:schemeClr val="lt1"/>
              </a:solidFill>
              <a:latin typeface="Abel"/>
              <a:ea typeface="Abel"/>
              <a:cs typeface="Abel"/>
              <a:sym typeface="Abe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89"/>
          <p:cNvSpPr txBox="1">
            <a:spLocks noGrp="1"/>
          </p:cNvSpPr>
          <p:nvPr>
            <p:ph type="title"/>
          </p:nvPr>
        </p:nvSpPr>
        <p:spPr>
          <a:xfrm>
            <a:off x="311700" y="1096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Arima/SARIMAX</a:t>
            </a:r>
            <a:endParaRPr/>
          </a:p>
        </p:txBody>
      </p:sp>
      <p:sp>
        <p:nvSpPr>
          <p:cNvPr id="496" name="Google Shape;496;p89"/>
          <p:cNvSpPr txBox="1"/>
          <p:nvPr/>
        </p:nvSpPr>
        <p:spPr>
          <a:xfrm>
            <a:off x="-86500" y="102800"/>
            <a:ext cx="3201000" cy="2249700"/>
          </a:xfrm>
          <a:prstGeom prst="rect">
            <a:avLst/>
          </a:prstGeom>
          <a:noFill/>
          <a:ln>
            <a:noFill/>
          </a:ln>
        </p:spPr>
        <p:txBody>
          <a:bodyPr spcFirstLastPara="1" wrap="square" lIns="91425" tIns="91425" rIns="91425" bIns="91425" anchor="t" anchorCtr="0">
            <a:spAutoFit/>
          </a:bodyPr>
          <a:lstStyle/>
          <a:p>
            <a:pPr marL="0" lvl="0" indent="0" algn="ctr" rtl="0">
              <a:lnSpc>
                <a:spcPct val="125000"/>
              </a:lnSpc>
              <a:spcBef>
                <a:spcPts val="2300"/>
              </a:spcBef>
              <a:spcAft>
                <a:spcPts val="0"/>
              </a:spcAft>
              <a:buNone/>
            </a:pPr>
            <a:r>
              <a:rPr lang="en" sz="1800">
                <a:solidFill>
                  <a:srgbClr val="D8DEE9"/>
                </a:solidFill>
                <a:highlight>
                  <a:srgbClr val="141414"/>
                </a:highlight>
              </a:rPr>
              <a:t>Hyperparameters</a:t>
            </a:r>
            <a:endParaRPr sz="1800">
              <a:solidFill>
                <a:srgbClr val="D8DEE9"/>
              </a:solidFill>
              <a:highlight>
                <a:srgbClr val="141414"/>
              </a:highlight>
            </a:endParaRPr>
          </a:p>
          <a:p>
            <a:pPr marL="457200" lvl="0" indent="-279400" algn="l" rtl="0">
              <a:lnSpc>
                <a:spcPct val="115000"/>
              </a:lnSpc>
              <a:spcBef>
                <a:spcPts val="1400"/>
              </a:spcBef>
              <a:spcAft>
                <a:spcPts val="0"/>
              </a:spcAft>
              <a:buClr>
                <a:srgbClr val="D8DEE9"/>
              </a:buClr>
              <a:buSzPts val="800"/>
              <a:buChar char="●"/>
            </a:pPr>
            <a:r>
              <a:rPr lang="en" sz="800">
                <a:solidFill>
                  <a:srgbClr val="D8DEE9"/>
                </a:solidFill>
                <a:highlight>
                  <a:srgbClr val="141414"/>
                </a:highlight>
              </a:rPr>
              <a:t>Used auto ARIMA to iterate and determine optimal ordering values described below</a:t>
            </a:r>
            <a:endParaRPr sz="800">
              <a:solidFill>
                <a:srgbClr val="D8DEE9"/>
              </a:solidFill>
              <a:highlight>
                <a:srgbClr val="141414"/>
              </a:highlight>
            </a:endParaRPr>
          </a:p>
          <a:p>
            <a:pPr marL="457200" lvl="0" indent="-279400" algn="l" rtl="0">
              <a:lnSpc>
                <a:spcPct val="115000"/>
              </a:lnSpc>
              <a:spcBef>
                <a:spcPts val="0"/>
              </a:spcBef>
              <a:spcAft>
                <a:spcPts val="0"/>
              </a:spcAft>
              <a:buClr>
                <a:srgbClr val="D8DEE9"/>
              </a:buClr>
              <a:buSzPts val="800"/>
              <a:buChar char="●"/>
            </a:pPr>
            <a:r>
              <a:rPr lang="en" sz="800">
                <a:solidFill>
                  <a:srgbClr val="D8DEE9"/>
                </a:solidFill>
                <a:highlight>
                  <a:srgbClr val="141414"/>
                </a:highlight>
              </a:rPr>
              <a:t>ARIMA order:</a:t>
            </a:r>
            <a:endParaRPr sz="800">
              <a:solidFill>
                <a:srgbClr val="D8DEE9"/>
              </a:solidFill>
              <a:highlight>
                <a:srgbClr val="141414"/>
              </a:highlight>
            </a:endParaRPr>
          </a:p>
          <a:p>
            <a:pPr marL="914400" lvl="1" indent="-279400" algn="l" rtl="0">
              <a:lnSpc>
                <a:spcPct val="115000"/>
              </a:lnSpc>
              <a:spcBef>
                <a:spcPts val="0"/>
              </a:spcBef>
              <a:spcAft>
                <a:spcPts val="0"/>
              </a:spcAft>
              <a:buClr>
                <a:srgbClr val="D8DEE9"/>
              </a:buClr>
              <a:buSzPts val="800"/>
              <a:buChar char="○"/>
            </a:pPr>
            <a:r>
              <a:rPr lang="en" sz="800">
                <a:solidFill>
                  <a:srgbClr val="D8DEE9"/>
                </a:solidFill>
                <a:highlight>
                  <a:srgbClr val="141414"/>
                </a:highlight>
              </a:rPr>
              <a:t>p: number of autoregressive (AR) terms</a:t>
            </a:r>
            <a:endParaRPr sz="800">
              <a:solidFill>
                <a:srgbClr val="D8DEE9"/>
              </a:solidFill>
              <a:highlight>
                <a:srgbClr val="141414"/>
              </a:highlight>
            </a:endParaRPr>
          </a:p>
          <a:p>
            <a:pPr marL="914400" lvl="1" indent="-279400" algn="l" rtl="0">
              <a:lnSpc>
                <a:spcPct val="115000"/>
              </a:lnSpc>
              <a:spcBef>
                <a:spcPts val="0"/>
              </a:spcBef>
              <a:spcAft>
                <a:spcPts val="0"/>
              </a:spcAft>
              <a:buClr>
                <a:srgbClr val="D8DEE9"/>
              </a:buClr>
              <a:buSzPts val="800"/>
              <a:buChar char="○"/>
            </a:pPr>
            <a:r>
              <a:rPr lang="en" sz="800">
                <a:solidFill>
                  <a:srgbClr val="D8DEE9"/>
                </a:solidFill>
                <a:highlight>
                  <a:srgbClr val="141414"/>
                </a:highlight>
              </a:rPr>
              <a:t>d: number of differencing terms</a:t>
            </a:r>
            <a:endParaRPr sz="800">
              <a:solidFill>
                <a:srgbClr val="D8DEE9"/>
              </a:solidFill>
              <a:highlight>
                <a:srgbClr val="141414"/>
              </a:highlight>
            </a:endParaRPr>
          </a:p>
          <a:p>
            <a:pPr marL="914400" lvl="1" indent="-279400" algn="l" rtl="0">
              <a:lnSpc>
                <a:spcPct val="115000"/>
              </a:lnSpc>
              <a:spcBef>
                <a:spcPts val="0"/>
              </a:spcBef>
              <a:spcAft>
                <a:spcPts val="0"/>
              </a:spcAft>
              <a:buClr>
                <a:srgbClr val="D8DEE9"/>
              </a:buClr>
              <a:buSzPts val="800"/>
              <a:buChar char="○"/>
            </a:pPr>
            <a:r>
              <a:rPr lang="en" sz="800">
                <a:solidFill>
                  <a:srgbClr val="D8DEE9"/>
                </a:solidFill>
                <a:highlight>
                  <a:srgbClr val="141414"/>
                </a:highlight>
              </a:rPr>
              <a:t>q: number of moving average (MA) terms </a:t>
            </a:r>
            <a:endParaRPr sz="800">
              <a:solidFill>
                <a:srgbClr val="D8DEE9"/>
              </a:solidFill>
              <a:highlight>
                <a:srgbClr val="141414"/>
              </a:highlight>
            </a:endParaRPr>
          </a:p>
          <a:p>
            <a:pPr marL="457200" lvl="0" indent="-279400" algn="l" rtl="0">
              <a:lnSpc>
                <a:spcPct val="115000"/>
              </a:lnSpc>
              <a:spcBef>
                <a:spcPts val="0"/>
              </a:spcBef>
              <a:spcAft>
                <a:spcPts val="0"/>
              </a:spcAft>
              <a:buClr>
                <a:srgbClr val="D8DEE9"/>
              </a:buClr>
              <a:buSzPts val="800"/>
              <a:buChar char="●"/>
            </a:pPr>
            <a:r>
              <a:rPr lang="en" sz="800">
                <a:solidFill>
                  <a:srgbClr val="D8DEE9"/>
                </a:solidFill>
                <a:highlight>
                  <a:srgbClr val="141414"/>
                </a:highlight>
              </a:rPr>
              <a:t>Seasonal order:</a:t>
            </a:r>
            <a:endParaRPr sz="800">
              <a:solidFill>
                <a:srgbClr val="D8DEE9"/>
              </a:solidFill>
              <a:highlight>
                <a:srgbClr val="141414"/>
              </a:highlight>
            </a:endParaRPr>
          </a:p>
          <a:p>
            <a:pPr marL="914400" lvl="1" indent="-279400" algn="l" rtl="0">
              <a:lnSpc>
                <a:spcPct val="115000"/>
              </a:lnSpc>
              <a:spcBef>
                <a:spcPts val="0"/>
              </a:spcBef>
              <a:spcAft>
                <a:spcPts val="0"/>
              </a:spcAft>
              <a:buClr>
                <a:srgbClr val="D8DEE9"/>
              </a:buClr>
              <a:buSzPts val="800"/>
              <a:buChar char="○"/>
            </a:pPr>
            <a:r>
              <a:rPr lang="en" sz="800">
                <a:solidFill>
                  <a:srgbClr val="D8DEE9"/>
                </a:solidFill>
                <a:highlight>
                  <a:srgbClr val="141414"/>
                </a:highlight>
              </a:rPr>
              <a:t>P: seasonal AR</a:t>
            </a:r>
            <a:endParaRPr sz="800">
              <a:solidFill>
                <a:srgbClr val="D8DEE9"/>
              </a:solidFill>
              <a:highlight>
                <a:srgbClr val="141414"/>
              </a:highlight>
            </a:endParaRPr>
          </a:p>
          <a:p>
            <a:pPr marL="914400" lvl="1" indent="-279400" algn="l" rtl="0">
              <a:lnSpc>
                <a:spcPct val="115000"/>
              </a:lnSpc>
              <a:spcBef>
                <a:spcPts val="0"/>
              </a:spcBef>
              <a:spcAft>
                <a:spcPts val="0"/>
              </a:spcAft>
              <a:buClr>
                <a:srgbClr val="D8DEE9"/>
              </a:buClr>
              <a:buSzPts val="800"/>
              <a:buChar char="○"/>
            </a:pPr>
            <a:r>
              <a:rPr lang="en" sz="800">
                <a:solidFill>
                  <a:srgbClr val="D8DEE9"/>
                </a:solidFill>
                <a:highlight>
                  <a:srgbClr val="141414"/>
                </a:highlight>
              </a:rPr>
              <a:t>D: seasonal differencing</a:t>
            </a:r>
            <a:endParaRPr sz="800">
              <a:solidFill>
                <a:srgbClr val="D8DEE9"/>
              </a:solidFill>
              <a:highlight>
                <a:srgbClr val="141414"/>
              </a:highlight>
            </a:endParaRPr>
          </a:p>
          <a:p>
            <a:pPr marL="914400" lvl="1" indent="-279400" algn="l" rtl="0">
              <a:lnSpc>
                <a:spcPct val="115000"/>
              </a:lnSpc>
              <a:spcBef>
                <a:spcPts val="0"/>
              </a:spcBef>
              <a:spcAft>
                <a:spcPts val="0"/>
              </a:spcAft>
              <a:buClr>
                <a:srgbClr val="D8DEE9"/>
              </a:buClr>
              <a:buSzPts val="800"/>
              <a:buChar char="○"/>
            </a:pPr>
            <a:r>
              <a:rPr lang="en" sz="800">
                <a:solidFill>
                  <a:srgbClr val="D8DEE9"/>
                </a:solidFill>
                <a:highlight>
                  <a:srgbClr val="141414"/>
                </a:highlight>
              </a:rPr>
              <a:t>Q: seasonal MA</a:t>
            </a:r>
            <a:endParaRPr sz="800">
              <a:solidFill>
                <a:srgbClr val="D8DEE9"/>
              </a:solidFill>
              <a:highlight>
                <a:srgbClr val="141414"/>
              </a:highlight>
            </a:endParaRPr>
          </a:p>
          <a:p>
            <a:pPr marL="914400" lvl="1" indent="-279400" algn="l" rtl="0">
              <a:lnSpc>
                <a:spcPct val="115000"/>
              </a:lnSpc>
              <a:spcBef>
                <a:spcPts val="0"/>
              </a:spcBef>
              <a:spcAft>
                <a:spcPts val="0"/>
              </a:spcAft>
              <a:buClr>
                <a:srgbClr val="D8DEE9"/>
              </a:buClr>
              <a:buSzPts val="800"/>
              <a:buChar char="○"/>
            </a:pPr>
            <a:r>
              <a:rPr lang="en" sz="800">
                <a:solidFill>
                  <a:srgbClr val="D8DEE9"/>
                </a:solidFill>
                <a:highlight>
                  <a:srgbClr val="141414"/>
                </a:highlight>
              </a:rPr>
              <a:t>s: season step size </a:t>
            </a:r>
            <a:endParaRPr sz="800">
              <a:solidFill>
                <a:srgbClr val="D8DEE9"/>
              </a:solidFill>
              <a:highlight>
                <a:srgbClr val="141414"/>
              </a:highlight>
            </a:endParaRPr>
          </a:p>
        </p:txBody>
      </p:sp>
      <p:pic>
        <p:nvPicPr>
          <p:cNvPr id="497" name="Google Shape;497;p89" title="Screenshot 2025-04-13 at 9.07.48 PM.png"/>
          <p:cNvPicPr preferRelativeResize="0"/>
          <p:nvPr/>
        </p:nvPicPr>
        <p:blipFill>
          <a:blip r:embed="rId3">
            <a:alphaModFix/>
          </a:blip>
          <a:stretch>
            <a:fillRect/>
          </a:stretch>
        </p:blipFill>
        <p:spPr>
          <a:xfrm>
            <a:off x="3114600" y="900188"/>
            <a:ext cx="2914826" cy="484191"/>
          </a:xfrm>
          <a:prstGeom prst="rect">
            <a:avLst/>
          </a:prstGeom>
          <a:noFill/>
          <a:ln>
            <a:noFill/>
          </a:ln>
        </p:spPr>
      </p:pic>
      <p:pic>
        <p:nvPicPr>
          <p:cNvPr id="498" name="Google Shape;498;p89" title="y_7.png"/>
          <p:cNvPicPr preferRelativeResize="0"/>
          <p:nvPr/>
        </p:nvPicPr>
        <p:blipFill>
          <a:blip r:embed="rId4">
            <a:alphaModFix/>
          </a:blip>
          <a:stretch>
            <a:fillRect/>
          </a:stretch>
        </p:blipFill>
        <p:spPr>
          <a:xfrm>
            <a:off x="3114588" y="2647125"/>
            <a:ext cx="2914826" cy="2496376"/>
          </a:xfrm>
          <a:prstGeom prst="rect">
            <a:avLst/>
          </a:prstGeom>
          <a:noFill/>
          <a:ln>
            <a:noFill/>
          </a:ln>
        </p:spPr>
      </p:pic>
      <p:graphicFrame>
        <p:nvGraphicFramePr>
          <p:cNvPr id="499" name="Google Shape;499;p89"/>
          <p:cNvGraphicFramePr/>
          <p:nvPr/>
        </p:nvGraphicFramePr>
        <p:xfrm>
          <a:off x="3260150" y="1602200"/>
          <a:ext cx="2623675" cy="813600"/>
        </p:xfrm>
        <a:graphic>
          <a:graphicData uri="http://schemas.openxmlformats.org/drawingml/2006/table">
            <a:tbl>
              <a:tblPr>
                <a:noFill/>
                <a:tableStyleId>{6BFE5DE2-A58F-4E92-B6AB-F7E17E8FF10C}</a:tableStyleId>
              </a:tblPr>
              <a:tblGrid>
                <a:gridCol w="2623675">
                  <a:extLst>
                    <a:ext uri="{9D8B030D-6E8A-4147-A177-3AD203B41FA5}">
                      <a16:colId xmlns:a16="http://schemas.microsoft.com/office/drawing/2014/main" val="20000"/>
                    </a:ext>
                  </a:extLst>
                </a:gridCol>
              </a:tblGrid>
              <a:tr h="813600">
                <a:tc>
                  <a:txBody>
                    <a:bodyPr/>
                    <a:lstStyle/>
                    <a:p>
                      <a:pPr marL="0" lvl="0" indent="0" algn="l" rtl="0">
                        <a:spcBef>
                          <a:spcPts val="0"/>
                        </a:spcBef>
                        <a:spcAft>
                          <a:spcPts val="0"/>
                        </a:spcAft>
                        <a:buClr>
                          <a:schemeClr val="dk1"/>
                        </a:buClr>
                        <a:buSzPts val="1100"/>
                        <a:buFont typeface="Arial"/>
                        <a:buNone/>
                      </a:pPr>
                      <a:r>
                        <a:rPr lang="en" sz="900" b="1">
                          <a:solidFill>
                            <a:schemeClr val="lt1"/>
                          </a:solidFill>
                          <a:latin typeface="Courier New"/>
                          <a:ea typeface="Courier New"/>
                          <a:cs typeface="Courier New"/>
                          <a:sym typeface="Courier New"/>
                        </a:rPr>
                        <a:t> </a:t>
                      </a:r>
                      <a:r>
                        <a:rPr lang="en" sz="900" b="1">
                          <a:solidFill>
                            <a:schemeClr val="lt1"/>
                          </a:solidFill>
                        </a:rPr>
                        <a:t>      Accuracy     Precision    Recall      F1  </a:t>
                      </a:r>
                      <a:endParaRPr sz="900" b="1">
                        <a:solidFill>
                          <a:schemeClr val="lt1"/>
                        </a:solidFill>
                      </a:endParaRPr>
                    </a:p>
                    <a:p>
                      <a:pPr marL="0" lvl="0" indent="0" algn="l" rtl="0">
                        <a:spcBef>
                          <a:spcPts val="0"/>
                        </a:spcBef>
                        <a:spcAft>
                          <a:spcPts val="0"/>
                        </a:spcAft>
                        <a:buClr>
                          <a:schemeClr val="dk1"/>
                        </a:buClr>
                        <a:buSzPts val="1100"/>
                        <a:buFont typeface="Arial"/>
                        <a:buNone/>
                      </a:pPr>
                      <a:r>
                        <a:rPr lang="en" sz="900" b="1">
                          <a:solidFill>
                            <a:schemeClr val="lt1"/>
                          </a:solidFill>
                        </a:rPr>
                        <a:t>y_3      0.672            0.558         0.690     0.617</a:t>
                      </a:r>
                      <a:endParaRPr sz="900" b="1">
                        <a:solidFill>
                          <a:schemeClr val="lt1"/>
                        </a:solidFill>
                      </a:endParaRPr>
                    </a:p>
                    <a:p>
                      <a:pPr marL="0" lvl="0" indent="0" algn="l" rtl="0">
                        <a:spcBef>
                          <a:spcPts val="0"/>
                        </a:spcBef>
                        <a:spcAft>
                          <a:spcPts val="0"/>
                        </a:spcAft>
                        <a:buNone/>
                      </a:pPr>
                      <a:r>
                        <a:rPr lang="en" sz="900" b="1">
                          <a:solidFill>
                            <a:schemeClr val="lt1"/>
                          </a:solidFill>
                        </a:rPr>
                        <a:t>y_7      0.659            0.529         0.692     0.600     </a:t>
                      </a:r>
                      <a:endParaRPr sz="900" b="1">
                        <a:solidFill>
                          <a:schemeClr val="lt1"/>
                        </a:solidFill>
                      </a:endParaRPr>
                    </a:p>
                    <a:p>
                      <a:pPr marL="0" lvl="0" indent="0" algn="l" rtl="0">
                        <a:spcBef>
                          <a:spcPts val="0"/>
                        </a:spcBef>
                        <a:spcAft>
                          <a:spcPts val="0"/>
                        </a:spcAft>
                        <a:buClr>
                          <a:schemeClr val="dk1"/>
                        </a:buClr>
                        <a:buSzPts val="1100"/>
                        <a:buFont typeface="Arial"/>
                        <a:buNone/>
                      </a:pPr>
                      <a:r>
                        <a:rPr lang="en" sz="900" b="1">
                          <a:solidFill>
                            <a:schemeClr val="lt1"/>
                          </a:solidFill>
                        </a:rPr>
                        <a:t>y_14    0.650            0.508         0.695     0.587</a:t>
                      </a:r>
                      <a:endParaRPr sz="900" b="1">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00" name="Google Shape;500;p89" title="y_3.png"/>
          <p:cNvPicPr preferRelativeResize="0"/>
          <p:nvPr/>
        </p:nvPicPr>
        <p:blipFill>
          <a:blip r:embed="rId5">
            <a:alphaModFix/>
          </a:blip>
          <a:stretch>
            <a:fillRect/>
          </a:stretch>
        </p:blipFill>
        <p:spPr>
          <a:xfrm>
            <a:off x="142100" y="2647118"/>
            <a:ext cx="2914826" cy="2496394"/>
          </a:xfrm>
          <a:prstGeom prst="rect">
            <a:avLst/>
          </a:prstGeom>
          <a:noFill/>
          <a:ln>
            <a:noFill/>
          </a:ln>
        </p:spPr>
      </p:pic>
      <p:pic>
        <p:nvPicPr>
          <p:cNvPr id="501" name="Google Shape;501;p89" title="y_14.png"/>
          <p:cNvPicPr preferRelativeResize="0"/>
          <p:nvPr/>
        </p:nvPicPr>
        <p:blipFill>
          <a:blip r:embed="rId6">
            <a:alphaModFix/>
          </a:blip>
          <a:stretch>
            <a:fillRect/>
          </a:stretch>
        </p:blipFill>
        <p:spPr>
          <a:xfrm>
            <a:off x="6152975" y="2647112"/>
            <a:ext cx="2914826" cy="2496394"/>
          </a:xfrm>
          <a:prstGeom prst="rect">
            <a:avLst/>
          </a:prstGeom>
          <a:noFill/>
          <a:ln>
            <a:noFill/>
          </a:ln>
        </p:spPr>
      </p:pic>
      <p:sp>
        <p:nvSpPr>
          <p:cNvPr id="502" name="Google Shape;502;p89"/>
          <p:cNvSpPr txBox="1"/>
          <p:nvPr/>
        </p:nvSpPr>
        <p:spPr>
          <a:xfrm>
            <a:off x="5960025" y="109675"/>
            <a:ext cx="2914800" cy="1926600"/>
          </a:xfrm>
          <a:prstGeom prst="rect">
            <a:avLst/>
          </a:prstGeom>
          <a:noFill/>
          <a:ln>
            <a:noFill/>
          </a:ln>
        </p:spPr>
        <p:txBody>
          <a:bodyPr spcFirstLastPara="1" wrap="square" lIns="91425" tIns="91425" rIns="91425" bIns="91425" anchor="t" anchorCtr="0">
            <a:spAutoFit/>
          </a:bodyPr>
          <a:lstStyle/>
          <a:p>
            <a:pPr marL="0" lvl="0" indent="0" algn="ctr" rtl="0">
              <a:lnSpc>
                <a:spcPct val="125000"/>
              </a:lnSpc>
              <a:spcBef>
                <a:spcPts val="2300"/>
              </a:spcBef>
              <a:spcAft>
                <a:spcPts val="0"/>
              </a:spcAft>
              <a:buNone/>
            </a:pPr>
            <a:r>
              <a:rPr lang="en" sz="1800">
                <a:solidFill>
                  <a:srgbClr val="D8DEE9"/>
                </a:solidFill>
                <a:highlight>
                  <a:srgbClr val="141414"/>
                </a:highlight>
              </a:rPr>
              <a:t>Insights</a:t>
            </a:r>
            <a:endParaRPr sz="1800">
              <a:solidFill>
                <a:srgbClr val="D8DEE9"/>
              </a:solidFill>
              <a:highlight>
                <a:srgbClr val="141414"/>
              </a:highlight>
            </a:endParaRPr>
          </a:p>
          <a:p>
            <a:pPr marL="457200" lvl="0" indent="-292100" algn="l" rtl="0">
              <a:lnSpc>
                <a:spcPct val="115000"/>
              </a:lnSpc>
              <a:spcBef>
                <a:spcPts val="1400"/>
              </a:spcBef>
              <a:spcAft>
                <a:spcPts val="0"/>
              </a:spcAft>
              <a:buClr>
                <a:srgbClr val="D8DEE9"/>
              </a:buClr>
              <a:buSzPts val="1000"/>
              <a:buChar char="●"/>
            </a:pPr>
            <a:r>
              <a:rPr lang="en" sz="1000">
                <a:solidFill>
                  <a:srgbClr val="D8DEE9"/>
                </a:solidFill>
                <a:highlight>
                  <a:srgbClr val="141414"/>
                </a:highlight>
              </a:rPr>
              <a:t>ARIMA excels in seasonal forecasting with suspiciously little degradation in accuracy</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More time needed to investigate with other time-series models like Prophet</a:t>
            </a:r>
            <a:endParaRPr sz="1000">
              <a:solidFill>
                <a:srgbClr val="D8DEE9"/>
              </a:solidFill>
              <a:highlight>
                <a:srgbClr val="141414"/>
              </a:highlight>
            </a:endParaRPr>
          </a:p>
          <a:p>
            <a:pPr marL="457200" lvl="0" indent="-292100" algn="l" rtl="0">
              <a:lnSpc>
                <a:spcPct val="115000"/>
              </a:lnSpc>
              <a:spcBef>
                <a:spcPts val="0"/>
              </a:spcBef>
              <a:spcAft>
                <a:spcPts val="0"/>
              </a:spcAft>
              <a:buClr>
                <a:srgbClr val="D8DEE9"/>
              </a:buClr>
              <a:buSzPts val="1000"/>
              <a:buChar char="●"/>
            </a:pPr>
            <a:r>
              <a:rPr lang="en" sz="1000">
                <a:solidFill>
                  <a:srgbClr val="D8DEE9"/>
                </a:solidFill>
                <a:highlight>
                  <a:srgbClr val="141414"/>
                </a:highlight>
              </a:rPr>
              <a:t>Longer time periods needed to observe when dropoff in accuracy occurs</a:t>
            </a:r>
            <a:endParaRPr sz="1000">
              <a:solidFill>
                <a:srgbClr val="D8DEE9"/>
              </a:solidFill>
              <a:highlight>
                <a:srgbClr val="141414"/>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90"/>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Conclusion</a:t>
            </a:r>
            <a:endParaRPr/>
          </a:p>
        </p:txBody>
      </p:sp>
      <p:sp>
        <p:nvSpPr>
          <p:cNvPr id="508" name="Google Shape;508;p90"/>
          <p:cNvSpPr txBox="1"/>
          <p:nvPr/>
        </p:nvSpPr>
        <p:spPr>
          <a:xfrm>
            <a:off x="428100" y="888675"/>
            <a:ext cx="8404200" cy="3993000"/>
          </a:xfrm>
          <a:prstGeom prst="rect">
            <a:avLst/>
          </a:prstGeom>
          <a:solidFill>
            <a:schemeClr val="dk1"/>
          </a:solid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lt1"/>
              </a:buClr>
              <a:buSzPts val="1600"/>
              <a:buFont typeface="Abel"/>
              <a:buChar char="●"/>
            </a:pPr>
            <a:r>
              <a:rPr lang="en" sz="1600" dirty="0">
                <a:solidFill>
                  <a:schemeClr val="lt1"/>
                </a:solidFill>
                <a:latin typeface="Abel"/>
                <a:ea typeface="Abel"/>
                <a:cs typeface="Abel"/>
                <a:sym typeface="Abel"/>
              </a:rPr>
              <a:t>Even when compared to a baseline random assignment probability of 12.5% across eight labels, the models delivers </a:t>
            </a:r>
            <a:r>
              <a:rPr lang="en" sz="1600" b="1" dirty="0">
                <a:solidFill>
                  <a:schemeClr val="accent3"/>
                </a:solidFill>
                <a:latin typeface="Abel"/>
                <a:ea typeface="Abel"/>
                <a:cs typeface="Abel"/>
                <a:sym typeface="Abel"/>
              </a:rPr>
              <a:t>strong short-term forecasting</a:t>
            </a:r>
            <a:r>
              <a:rPr lang="en" sz="1600" dirty="0">
                <a:solidFill>
                  <a:schemeClr val="lt1"/>
                </a:solidFill>
                <a:latin typeface="Abel"/>
                <a:ea typeface="Abel"/>
                <a:cs typeface="Abel"/>
                <a:sym typeface="Abel"/>
              </a:rPr>
              <a:t> (3-day), while still providing actionable intelligence for longer horizons despite increasing uncertainty.</a:t>
            </a:r>
            <a:endParaRPr sz="1600" dirty="0">
              <a:solidFill>
                <a:schemeClr val="lt1"/>
              </a:solidFill>
              <a:latin typeface="Abel"/>
              <a:ea typeface="Abel"/>
              <a:cs typeface="Abel"/>
              <a:sym typeface="Abel"/>
            </a:endParaRPr>
          </a:p>
          <a:p>
            <a:pPr marL="457200" lvl="0" indent="-330200" algn="l" rtl="0">
              <a:lnSpc>
                <a:spcPct val="115000"/>
              </a:lnSpc>
              <a:spcBef>
                <a:spcPts val="0"/>
              </a:spcBef>
              <a:spcAft>
                <a:spcPts val="0"/>
              </a:spcAft>
              <a:buClr>
                <a:schemeClr val="lt1"/>
              </a:buClr>
              <a:buSzPts val="1600"/>
              <a:buFont typeface="Abel"/>
              <a:buChar char="●"/>
            </a:pPr>
            <a:r>
              <a:rPr lang="en" sz="1600" dirty="0">
                <a:solidFill>
                  <a:schemeClr val="lt1"/>
                </a:solidFill>
                <a:latin typeface="Abel"/>
                <a:ea typeface="Abel"/>
                <a:cs typeface="Abel"/>
                <a:sym typeface="Abel"/>
              </a:rPr>
              <a:t>Model performance was impacted by </a:t>
            </a:r>
            <a:r>
              <a:rPr lang="en" sz="1600" b="1" dirty="0">
                <a:solidFill>
                  <a:schemeClr val="accent3"/>
                </a:solidFill>
                <a:latin typeface="Abel"/>
                <a:ea typeface="Abel"/>
                <a:cs typeface="Abel"/>
                <a:sym typeface="Abel"/>
              </a:rPr>
              <a:t>class imbalance</a:t>
            </a:r>
            <a:r>
              <a:rPr lang="en" sz="1600" b="1" dirty="0">
                <a:solidFill>
                  <a:schemeClr val="lt1"/>
                </a:solidFill>
                <a:latin typeface="Abel"/>
                <a:ea typeface="Abel"/>
                <a:cs typeface="Abel"/>
                <a:sym typeface="Abel"/>
              </a:rPr>
              <a:t> →</a:t>
            </a:r>
            <a:r>
              <a:rPr lang="en" sz="1600" dirty="0">
                <a:solidFill>
                  <a:schemeClr val="lt1"/>
                </a:solidFill>
                <a:latin typeface="Abel"/>
                <a:ea typeface="Abel"/>
                <a:cs typeface="Abel"/>
                <a:sym typeface="Abel"/>
              </a:rPr>
              <a:t> majority of records indicated no fire occurrence</a:t>
            </a:r>
            <a:endParaRPr sz="1600" dirty="0">
              <a:solidFill>
                <a:schemeClr val="lt1"/>
              </a:solidFill>
              <a:latin typeface="Abel"/>
              <a:ea typeface="Abel"/>
              <a:cs typeface="Abel"/>
              <a:sym typeface="Abel"/>
            </a:endParaRPr>
          </a:p>
          <a:p>
            <a:pPr marL="457200" lvl="0" indent="-330200" algn="l" rtl="0">
              <a:lnSpc>
                <a:spcPct val="115000"/>
              </a:lnSpc>
              <a:spcBef>
                <a:spcPts val="0"/>
              </a:spcBef>
              <a:spcAft>
                <a:spcPts val="0"/>
              </a:spcAft>
              <a:buClr>
                <a:schemeClr val="lt1"/>
              </a:buClr>
              <a:buSzPts val="1600"/>
              <a:buFont typeface="Abel"/>
              <a:buChar char="●"/>
            </a:pPr>
            <a:r>
              <a:rPr lang="en" sz="1600" dirty="0">
                <a:solidFill>
                  <a:schemeClr val="lt1"/>
                </a:solidFill>
                <a:latin typeface="Abel"/>
                <a:ea typeface="Abel"/>
                <a:cs typeface="Abel"/>
                <a:sym typeface="Abel"/>
              </a:rPr>
              <a:t>Short-term predictions (3-day horizon) consistently achieved higher accuracy than longer-term forecasts (7- and 14-day), highlighting the increasing difficulty of capturing fire risk patterns over time</a:t>
            </a:r>
            <a:endParaRPr sz="1600" dirty="0">
              <a:solidFill>
                <a:schemeClr val="lt1"/>
              </a:solidFill>
              <a:latin typeface="Abel"/>
              <a:ea typeface="Abel"/>
              <a:cs typeface="Abel"/>
              <a:sym typeface="Abel"/>
            </a:endParaRPr>
          </a:p>
          <a:p>
            <a:pPr marL="457200" lvl="0" indent="-330200" algn="l" rtl="0">
              <a:lnSpc>
                <a:spcPct val="115000"/>
              </a:lnSpc>
              <a:spcBef>
                <a:spcPts val="0"/>
              </a:spcBef>
              <a:spcAft>
                <a:spcPts val="0"/>
              </a:spcAft>
              <a:buClr>
                <a:schemeClr val="lt1"/>
              </a:buClr>
              <a:buSzPts val="1600"/>
              <a:buFont typeface="Abel"/>
              <a:buChar char="●"/>
            </a:pPr>
            <a:r>
              <a:rPr lang="en" sz="1600" b="1" dirty="0">
                <a:solidFill>
                  <a:schemeClr val="accent3"/>
                </a:solidFill>
                <a:latin typeface="Abel"/>
                <a:ea typeface="Abel"/>
                <a:cs typeface="Abel"/>
                <a:sym typeface="Abel"/>
              </a:rPr>
              <a:t>ARIMA</a:t>
            </a:r>
            <a:r>
              <a:rPr lang="en" sz="1600" dirty="0">
                <a:solidFill>
                  <a:schemeClr val="lt1"/>
                </a:solidFill>
                <a:latin typeface="Abel"/>
                <a:ea typeface="Abel"/>
                <a:cs typeface="Abel"/>
                <a:sym typeface="Abel"/>
              </a:rPr>
              <a:t> model yielded the best overall performance</a:t>
            </a:r>
            <a:endParaRPr sz="1600" dirty="0">
              <a:solidFill>
                <a:schemeClr val="lt1"/>
              </a:solidFill>
              <a:latin typeface="Abel"/>
              <a:ea typeface="Abel"/>
              <a:cs typeface="Abel"/>
              <a:sym typeface="Abel"/>
            </a:endParaRPr>
          </a:p>
          <a:p>
            <a:pPr marL="457200" lvl="0" indent="-330200" algn="l" rtl="0">
              <a:lnSpc>
                <a:spcPct val="115000"/>
              </a:lnSpc>
              <a:spcBef>
                <a:spcPts val="0"/>
              </a:spcBef>
              <a:spcAft>
                <a:spcPts val="0"/>
              </a:spcAft>
              <a:buClr>
                <a:schemeClr val="lt1"/>
              </a:buClr>
              <a:buSzPts val="1600"/>
              <a:buFont typeface="Abel"/>
              <a:buChar char="●"/>
            </a:pPr>
            <a:r>
              <a:rPr lang="en" sz="1600" dirty="0">
                <a:solidFill>
                  <a:schemeClr val="lt1"/>
                </a:solidFill>
                <a:latin typeface="Abel"/>
                <a:ea typeface="Abel"/>
                <a:cs typeface="Abel"/>
                <a:sym typeface="Abel"/>
              </a:rPr>
              <a:t>A key limitation of the dataset is the </a:t>
            </a:r>
            <a:r>
              <a:rPr lang="en" sz="1600" b="1" dirty="0">
                <a:solidFill>
                  <a:schemeClr val="accent3"/>
                </a:solidFill>
                <a:latin typeface="Abel"/>
                <a:ea typeface="Abel"/>
                <a:cs typeface="Abel"/>
                <a:sym typeface="Abel"/>
              </a:rPr>
              <a:t>scarcity of positive fire cases</a:t>
            </a:r>
            <a:r>
              <a:rPr lang="en" sz="1600" dirty="0">
                <a:solidFill>
                  <a:schemeClr val="lt1"/>
                </a:solidFill>
                <a:latin typeface="Abel"/>
                <a:ea typeface="Abel"/>
                <a:cs typeface="Abel"/>
                <a:sym typeface="Abel"/>
              </a:rPr>
              <a:t>, underscoring a broader challenge in wildfire research: the need for </a:t>
            </a:r>
            <a:r>
              <a:rPr lang="en" sz="1600" b="1" dirty="0">
                <a:solidFill>
                  <a:schemeClr val="accent3"/>
                </a:solidFill>
                <a:latin typeface="Abel"/>
                <a:ea typeface="Abel"/>
                <a:cs typeface="Abel"/>
                <a:sym typeface="Abel"/>
              </a:rPr>
              <a:t>more comprehensive and balanced fire incident data</a:t>
            </a:r>
            <a:r>
              <a:rPr lang="en" sz="1600" dirty="0">
                <a:solidFill>
                  <a:schemeClr val="lt1"/>
                </a:solidFill>
                <a:latin typeface="Abel"/>
                <a:ea typeface="Abel"/>
                <a:cs typeface="Abel"/>
                <a:sym typeface="Abel"/>
              </a:rPr>
              <a:t> to improve model training</a:t>
            </a:r>
            <a:endParaRPr sz="1600" dirty="0">
              <a:solidFill>
                <a:schemeClr val="lt1"/>
              </a:solidFill>
              <a:latin typeface="Abel"/>
              <a:ea typeface="Abel"/>
              <a:cs typeface="Abel"/>
              <a:sym typeface="Abel"/>
            </a:endParaRPr>
          </a:p>
          <a:p>
            <a:pPr marL="457200" lvl="0" indent="-330200" algn="l" rtl="0">
              <a:lnSpc>
                <a:spcPct val="115000"/>
              </a:lnSpc>
              <a:spcBef>
                <a:spcPts val="0"/>
              </a:spcBef>
              <a:spcAft>
                <a:spcPts val="0"/>
              </a:spcAft>
              <a:buClr>
                <a:schemeClr val="lt1"/>
              </a:buClr>
              <a:buSzPts val="1600"/>
              <a:buFont typeface="Abel"/>
              <a:buChar char="●"/>
            </a:pPr>
            <a:r>
              <a:rPr lang="en" sz="1600" dirty="0">
                <a:solidFill>
                  <a:schemeClr val="lt1"/>
                </a:solidFill>
                <a:latin typeface="Abel"/>
                <a:ea typeface="Abel"/>
                <a:cs typeface="Abel"/>
                <a:sym typeface="Abel"/>
              </a:rPr>
              <a:t>Future work will focus on exploring additional time series models, such as </a:t>
            </a:r>
            <a:r>
              <a:rPr lang="en" sz="1600" b="1" dirty="0">
                <a:solidFill>
                  <a:schemeClr val="accent3"/>
                </a:solidFill>
                <a:latin typeface="Abel"/>
                <a:ea typeface="Abel"/>
                <a:cs typeface="Abel"/>
                <a:sym typeface="Abel"/>
              </a:rPr>
              <a:t>LSTM networks</a:t>
            </a:r>
            <a:r>
              <a:rPr lang="en" sz="1600" dirty="0">
                <a:solidFill>
                  <a:schemeClr val="lt1"/>
                </a:solidFill>
                <a:latin typeface="Abel"/>
                <a:ea typeface="Abel"/>
                <a:cs typeface="Abel"/>
                <a:sym typeface="Abel"/>
              </a:rPr>
              <a:t> and </a:t>
            </a:r>
            <a:r>
              <a:rPr lang="en" sz="1600" b="1" dirty="0">
                <a:solidFill>
                  <a:schemeClr val="accent3"/>
                </a:solidFill>
                <a:latin typeface="Abel"/>
                <a:ea typeface="Abel"/>
                <a:cs typeface="Abel"/>
                <a:sym typeface="Abel"/>
              </a:rPr>
              <a:t>seasonal statistical approaches</a:t>
            </a:r>
            <a:r>
              <a:rPr lang="en" sz="1600" dirty="0">
                <a:solidFill>
                  <a:schemeClr val="lt1"/>
                </a:solidFill>
                <a:latin typeface="Abel"/>
                <a:ea typeface="Abel"/>
                <a:cs typeface="Abel"/>
                <a:sym typeface="Abel"/>
              </a:rPr>
              <a:t>, to better capture temporal dependencies and seasonal fire trends</a:t>
            </a:r>
            <a:endParaRPr sz="1600" dirty="0">
              <a:solidFill>
                <a:schemeClr val="lt1"/>
              </a:solidFill>
              <a:latin typeface="Abel"/>
              <a:ea typeface="Abel"/>
              <a:cs typeface="Abel"/>
              <a:sym typeface="Abel"/>
            </a:endParaRPr>
          </a:p>
          <a:p>
            <a:pPr marL="0" lvl="0" indent="0" algn="l" rtl="0">
              <a:lnSpc>
                <a:spcPct val="80000"/>
              </a:lnSpc>
              <a:spcBef>
                <a:spcPts val="0"/>
              </a:spcBef>
              <a:spcAft>
                <a:spcPts val="0"/>
              </a:spcAft>
              <a:buNone/>
            </a:pPr>
            <a:endParaRPr sz="1700" dirty="0">
              <a:solidFill>
                <a:schemeClr val="lt1"/>
              </a:solidFill>
              <a:latin typeface="Abel"/>
              <a:ea typeface="Abel"/>
              <a:cs typeface="Abel"/>
              <a:sym typeface="Abel"/>
            </a:endParaRPr>
          </a:p>
          <a:p>
            <a:pPr marL="914400" lvl="0" indent="0" algn="l" rtl="0">
              <a:lnSpc>
                <a:spcPct val="80000"/>
              </a:lnSpc>
              <a:spcBef>
                <a:spcPts val="0"/>
              </a:spcBef>
              <a:spcAft>
                <a:spcPts val="0"/>
              </a:spcAft>
              <a:buNone/>
            </a:pPr>
            <a:endParaRPr sz="1700" dirty="0">
              <a:solidFill>
                <a:schemeClr val="lt1"/>
              </a:solidFill>
              <a:latin typeface="Abel"/>
              <a:ea typeface="Abel"/>
              <a:cs typeface="Abel"/>
              <a:sym typeface="Abel"/>
            </a:endParaRPr>
          </a:p>
        </p:txBody>
      </p:sp>
      <p:sp>
        <p:nvSpPr>
          <p:cNvPr id="509" name="Google Shape;509;p90"/>
          <p:cNvSpPr/>
          <p:nvPr/>
        </p:nvSpPr>
        <p:spPr>
          <a:xfrm>
            <a:off x="5926675" y="4881675"/>
            <a:ext cx="3217200" cy="2619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
        <p:nvSpPr>
          <p:cNvPr id="510" name="Google Shape;510;p90"/>
          <p:cNvSpPr/>
          <p:nvPr/>
        </p:nvSpPr>
        <p:spPr>
          <a:xfrm>
            <a:off x="8678325" y="2243675"/>
            <a:ext cx="465600" cy="251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bel"/>
              <a:ea typeface="Abel"/>
              <a:cs typeface="Abel"/>
              <a:sym typeface="Abe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91"/>
          <p:cNvSpPr txBox="1">
            <a:spLocks noGrp="1"/>
          </p:cNvSpPr>
          <p:nvPr>
            <p:ph type="title"/>
          </p:nvPr>
        </p:nvSpPr>
        <p:spPr>
          <a:xfrm>
            <a:off x="311700" y="3452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References</a:t>
            </a:r>
            <a:endParaRPr/>
          </a:p>
        </p:txBody>
      </p:sp>
      <p:sp>
        <p:nvSpPr>
          <p:cNvPr id="516" name="Google Shape;516;p91"/>
          <p:cNvSpPr txBox="1">
            <a:spLocks noGrp="1"/>
          </p:cNvSpPr>
          <p:nvPr>
            <p:ph type="body" idx="1"/>
          </p:nvPr>
        </p:nvSpPr>
        <p:spPr>
          <a:xfrm>
            <a:off x="749875" y="995575"/>
            <a:ext cx="6773400" cy="3018300"/>
          </a:xfrm>
          <a:prstGeom prst="rect">
            <a:avLst/>
          </a:prstGeom>
          <a:solidFill>
            <a:schemeClr val="dk1"/>
          </a:solidFill>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rgbClr val="FAAE4F"/>
                </a:solidFill>
                <a:latin typeface="Arial"/>
                <a:ea typeface="Arial"/>
                <a:cs typeface="Arial"/>
                <a:sym typeface="Arial"/>
              </a:rPr>
              <a:t>Original Dataset: </a:t>
            </a:r>
            <a:r>
              <a:rPr lang="en" sz="1000" dirty="0" err="1">
                <a:solidFill>
                  <a:schemeClr val="accent3"/>
                </a:solidFill>
                <a:latin typeface="Arial"/>
                <a:ea typeface="Arial"/>
                <a:cs typeface="Arial"/>
                <a:sym typeface="Arial"/>
              </a:rPr>
              <a:t>Yavas</a:t>
            </a:r>
            <a:r>
              <a:rPr lang="en" sz="1000" dirty="0">
                <a:solidFill>
                  <a:schemeClr val="accent3"/>
                </a:solidFill>
                <a:latin typeface="Arial"/>
                <a:ea typeface="Arial"/>
                <a:cs typeface="Arial"/>
                <a:sym typeface="Arial"/>
              </a:rPr>
              <a:t>, C. E., Kadlec, C., </a:t>
            </a:r>
            <a:r>
              <a:rPr lang="en" sz="1000" dirty="0" err="1">
                <a:solidFill>
                  <a:schemeClr val="accent3"/>
                </a:solidFill>
                <a:latin typeface="Arial"/>
                <a:ea typeface="Arial"/>
                <a:cs typeface="Arial"/>
                <a:sym typeface="Arial"/>
              </a:rPr>
              <a:t>kim</a:t>
            </a:r>
            <a:r>
              <a:rPr lang="en" sz="1000" dirty="0">
                <a:solidFill>
                  <a:schemeClr val="accent3"/>
                </a:solidFill>
                <a:latin typeface="Arial"/>
                <a:ea typeface="Arial"/>
                <a:cs typeface="Arial"/>
                <a:sym typeface="Arial"/>
              </a:rPr>
              <a:t>, J., &amp; Chen, L. (2025). California Weather and Fire Prediction Dataset (1984–2025) with Engineered Features [Data set]. </a:t>
            </a:r>
            <a:r>
              <a:rPr lang="en" sz="1000" dirty="0" err="1">
                <a:solidFill>
                  <a:schemeClr val="accent3"/>
                </a:solidFill>
                <a:latin typeface="Arial"/>
                <a:ea typeface="Arial"/>
                <a:cs typeface="Arial"/>
                <a:sym typeface="Arial"/>
              </a:rPr>
              <a:t>Zenodo</a:t>
            </a:r>
            <a:r>
              <a:rPr lang="en" sz="1000" dirty="0">
                <a:solidFill>
                  <a:schemeClr val="accent3"/>
                </a:solidFill>
                <a:latin typeface="Arial"/>
                <a:ea typeface="Arial"/>
                <a:cs typeface="Arial"/>
                <a:sym typeface="Arial"/>
              </a:rPr>
              <a:t>.</a:t>
            </a:r>
            <a:r>
              <a:rPr lang="en" sz="1000" dirty="0">
                <a:solidFill>
                  <a:schemeClr val="accent3"/>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 </a:t>
            </a:r>
            <a:r>
              <a:rPr lang="en" sz="1000" u="sng" dirty="0">
                <a:solidFill>
                  <a:schemeClr val="accent3"/>
                </a:solidFill>
                <a:latin typeface="Arial"/>
                <a:ea typeface="Arial"/>
                <a:cs typeface="Arial"/>
                <a:sym typeface="Arial"/>
                <a:hlinkClick r:id="rId3">
                  <a:extLst>
                    <a:ext uri="{A12FA001-AC4F-418D-AE19-62706E023703}">
                      <ahyp:hlinkClr xmlns:ahyp="http://schemas.microsoft.com/office/drawing/2018/hyperlinkcolor" val="tx"/>
                    </a:ext>
                  </a:extLst>
                </a:hlinkClick>
              </a:rPr>
              <a:t>https://doi.org/10.5281/zenodo.14712845</a:t>
            </a:r>
            <a:endParaRPr sz="1000" dirty="0">
              <a:solidFill>
                <a:schemeClr val="accent3"/>
              </a:solidFill>
              <a:latin typeface="Arial"/>
              <a:ea typeface="Arial"/>
              <a:cs typeface="Arial"/>
              <a:sym typeface="Arial"/>
            </a:endParaRPr>
          </a:p>
          <a:p>
            <a:pPr marL="0" lvl="0" indent="0" algn="l" rtl="0">
              <a:spcBef>
                <a:spcPts val="0"/>
              </a:spcBef>
              <a:spcAft>
                <a:spcPts val="0"/>
              </a:spcAft>
              <a:buNone/>
            </a:pPr>
            <a:endParaRPr sz="1000" dirty="0">
              <a:solidFill>
                <a:schemeClr val="accent3"/>
              </a:solidFill>
              <a:latin typeface="Arial"/>
              <a:ea typeface="Arial"/>
              <a:cs typeface="Arial"/>
              <a:sym typeface="Arial"/>
            </a:endParaRPr>
          </a:p>
          <a:p>
            <a:pPr marL="0" lvl="0" indent="0" algn="l" rtl="0">
              <a:spcBef>
                <a:spcPts val="0"/>
              </a:spcBef>
              <a:spcAft>
                <a:spcPts val="0"/>
              </a:spcAft>
              <a:buNone/>
            </a:pPr>
            <a:endParaRPr sz="1000" dirty="0">
              <a:solidFill>
                <a:schemeClr val="accent3"/>
              </a:solidFill>
              <a:latin typeface="Arial"/>
              <a:ea typeface="Arial"/>
              <a:cs typeface="Arial"/>
              <a:sym typeface="Arial"/>
            </a:endParaRPr>
          </a:p>
          <a:p>
            <a:pPr marL="0" lvl="0" indent="0" algn="l" rtl="0">
              <a:spcBef>
                <a:spcPts val="0"/>
              </a:spcBef>
              <a:spcAft>
                <a:spcPts val="0"/>
              </a:spcAft>
              <a:buNone/>
            </a:pPr>
            <a:r>
              <a:rPr lang="en" sz="1000" dirty="0">
                <a:solidFill>
                  <a:schemeClr val="accent3"/>
                </a:solidFill>
                <a:latin typeface="Arial"/>
                <a:ea typeface="Arial"/>
                <a:cs typeface="Arial"/>
                <a:sym typeface="Arial"/>
              </a:rPr>
              <a:t>Cal Fire Historical fire perimeters (1984 - 2023): h</a:t>
            </a:r>
            <a:r>
              <a:rPr lang="en" sz="1000" dirty="0">
                <a:solidFill>
                  <a:schemeClr val="accent3"/>
                </a:solidFill>
                <a:uFill>
                  <a:noFill/>
                </a:uFill>
                <a:latin typeface="Arial"/>
                <a:ea typeface="Arial"/>
                <a:cs typeface="Arial"/>
                <a:sym typeface="Arial"/>
                <a:hlinkClick r:id="rId4">
                  <a:extLst>
                    <a:ext uri="{A12FA001-AC4F-418D-AE19-62706E023703}">
                      <ahyp:hlinkClr xmlns:ahyp="http://schemas.microsoft.com/office/drawing/2018/hyperlinkcolor" val="tx"/>
                    </a:ext>
                  </a:extLst>
                </a:hlinkClick>
              </a:rPr>
              <a:t>ttps://gis.data.ca.gov/datasets/CALFIRE-Forestry::california-fire-perimeters-all/explore?location=37.251628%2C-119.269051%2C5.96</a:t>
            </a:r>
            <a:endParaRPr sz="1000" dirty="0">
              <a:solidFill>
                <a:schemeClr val="accent3"/>
              </a:solidFill>
              <a:latin typeface="Arial"/>
              <a:ea typeface="Arial"/>
              <a:cs typeface="Arial"/>
              <a:sym typeface="Arial"/>
            </a:endParaRPr>
          </a:p>
          <a:p>
            <a:pPr marL="0" lvl="0" indent="0" algn="l" rtl="0">
              <a:spcBef>
                <a:spcPts val="0"/>
              </a:spcBef>
              <a:spcAft>
                <a:spcPts val="0"/>
              </a:spcAft>
              <a:buNone/>
            </a:pPr>
            <a:endParaRPr sz="1000" dirty="0">
              <a:solidFill>
                <a:schemeClr val="accent3"/>
              </a:solidFill>
              <a:latin typeface="Arial"/>
              <a:ea typeface="Arial"/>
              <a:cs typeface="Arial"/>
              <a:sym typeface="Arial"/>
            </a:endParaRPr>
          </a:p>
          <a:p>
            <a:pPr marL="0" lvl="0" indent="0" algn="l" rtl="0">
              <a:lnSpc>
                <a:spcPct val="135714"/>
              </a:lnSpc>
              <a:spcBef>
                <a:spcPts val="0"/>
              </a:spcBef>
              <a:spcAft>
                <a:spcPts val="0"/>
              </a:spcAft>
              <a:buNone/>
            </a:pPr>
            <a:r>
              <a:rPr lang="en" sz="1000" dirty="0">
                <a:solidFill>
                  <a:schemeClr val="accent3"/>
                </a:solidFill>
                <a:latin typeface="Arial"/>
                <a:ea typeface="Arial"/>
                <a:cs typeface="Arial"/>
                <a:sym typeface="Arial"/>
              </a:rPr>
              <a:t>Cal Fire Historical fire perimeters (2024-2025): </a:t>
            </a:r>
            <a:r>
              <a:rPr lang="en" sz="1000" u="sng" dirty="0">
                <a:solidFill>
                  <a:schemeClr val="accent3"/>
                </a:solidFill>
                <a:latin typeface="Arial"/>
                <a:ea typeface="Arial"/>
                <a:cs typeface="Arial"/>
                <a:sym typeface="Arial"/>
                <a:hlinkClick r:id="rId5">
                  <a:extLst>
                    <a:ext uri="{A12FA001-AC4F-418D-AE19-62706E023703}">
                      <ahyp:hlinkClr xmlns:ahyp="http://schemas.microsoft.com/office/drawing/2018/hyperlinkcolor" val="tx"/>
                    </a:ext>
                  </a:extLst>
                </a:hlinkClick>
              </a:rPr>
              <a:t>https://lab.data.ca.gov/dataset/ca-perimeters-cal-fire-nifc-firis-public-view</a:t>
            </a:r>
            <a:r>
              <a:rPr lang="en" sz="1000" dirty="0">
                <a:solidFill>
                  <a:schemeClr val="accent3"/>
                </a:solidFill>
                <a:latin typeface="Arial"/>
                <a:ea typeface="Arial"/>
                <a:cs typeface="Arial"/>
                <a:sym typeface="Arial"/>
              </a:rPr>
              <a:t> downloaded from https://</a:t>
            </a:r>
            <a:r>
              <a:rPr lang="en" sz="1000" dirty="0" err="1">
                <a:solidFill>
                  <a:schemeClr val="accent3"/>
                </a:solidFill>
                <a:latin typeface="Arial"/>
                <a:ea typeface="Arial"/>
                <a:cs typeface="Arial"/>
                <a:sym typeface="Arial"/>
              </a:rPr>
              <a:t>gis.data.cnra.ca.gov</a:t>
            </a:r>
            <a:r>
              <a:rPr lang="en" sz="1000" dirty="0">
                <a:solidFill>
                  <a:schemeClr val="accent3"/>
                </a:solidFill>
                <a:latin typeface="Arial"/>
                <a:ea typeface="Arial"/>
                <a:cs typeface="Arial"/>
                <a:sym typeface="Arial"/>
              </a:rPr>
              <a:t>/</a:t>
            </a:r>
            <a:r>
              <a:rPr lang="en" sz="1000" dirty="0" err="1">
                <a:solidFill>
                  <a:schemeClr val="accent3"/>
                </a:solidFill>
                <a:latin typeface="Arial"/>
                <a:ea typeface="Arial"/>
                <a:cs typeface="Arial"/>
                <a:sym typeface="Arial"/>
              </a:rPr>
              <a:t>api</a:t>
            </a:r>
            <a:r>
              <a:rPr lang="en" sz="1000" dirty="0">
                <a:solidFill>
                  <a:schemeClr val="accent3"/>
                </a:solidFill>
                <a:latin typeface="Arial"/>
                <a:ea typeface="Arial"/>
                <a:cs typeface="Arial"/>
                <a:sym typeface="Arial"/>
              </a:rPr>
              <a:t>/download/v1/items/025fb2ea05f14890b2b11573341b5b18/</a:t>
            </a:r>
            <a:r>
              <a:rPr lang="en" sz="1000" dirty="0" err="1">
                <a:solidFill>
                  <a:schemeClr val="accent3"/>
                </a:solidFill>
                <a:latin typeface="Arial"/>
                <a:ea typeface="Arial"/>
                <a:cs typeface="Arial"/>
                <a:sym typeface="Arial"/>
              </a:rPr>
              <a:t>geojson?layers</a:t>
            </a:r>
            <a:r>
              <a:rPr lang="en" sz="1000" dirty="0">
                <a:solidFill>
                  <a:schemeClr val="accent3"/>
                </a:solidFill>
                <a:latin typeface="Arial"/>
                <a:ea typeface="Arial"/>
                <a:cs typeface="Arial"/>
                <a:sym typeface="Arial"/>
              </a:rPr>
              <a:t>=0</a:t>
            </a:r>
            <a:endParaRPr sz="1000" dirty="0">
              <a:solidFill>
                <a:srgbClr val="6AA94F"/>
              </a:solidFill>
              <a:highlight>
                <a:srgbClr val="1E1E1E"/>
              </a:highlight>
              <a:latin typeface="Courier New"/>
              <a:ea typeface="Courier New"/>
              <a:cs typeface="Courier New"/>
              <a:sym typeface="Courier New"/>
            </a:endParaRPr>
          </a:p>
          <a:p>
            <a:pPr marL="0" lvl="0" indent="0" algn="l" rtl="0">
              <a:spcBef>
                <a:spcPts val="0"/>
              </a:spcBef>
              <a:spcAft>
                <a:spcPts val="0"/>
              </a:spcAft>
              <a:buNone/>
            </a:pPr>
            <a:endParaRPr sz="1000" dirty="0">
              <a:solidFill>
                <a:schemeClr val="accent3"/>
              </a:solidFill>
              <a:latin typeface="Arial"/>
              <a:ea typeface="Arial"/>
              <a:cs typeface="Arial"/>
              <a:sym typeface="Arial"/>
            </a:endParaRPr>
          </a:p>
          <a:p>
            <a:pPr marL="0" lvl="0" indent="0" algn="l" rtl="0">
              <a:spcBef>
                <a:spcPts val="0"/>
              </a:spcBef>
              <a:spcAft>
                <a:spcPts val="0"/>
              </a:spcAft>
              <a:buNone/>
            </a:pPr>
            <a:endParaRPr sz="1000" dirty="0">
              <a:solidFill>
                <a:schemeClr val="accent3"/>
              </a:solidFill>
              <a:latin typeface="Arial"/>
              <a:ea typeface="Arial"/>
              <a:cs typeface="Arial"/>
              <a:sym typeface="Arial"/>
            </a:endParaRPr>
          </a:p>
          <a:p>
            <a:pPr marL="0" lvl="0" indent="0" algn="l" rtl="0">
              <a:spcBef>
                <a:spcPts val="0"/>
              </a:spcBef>
              <a:spcAft>
                <a:spcPts val="0"/>
              </a:spcAft>
              <a:buNone/>
            </a:pPr>
            <a:r>
              <a:rPr lang="en" sz="1000" dirty="0">
                <a:solidFill>
                  <a:schemeClr val="accent3"/>
                </a:solidFill>
                <a:latin typeface="Arial"/>
                <a:ea typeface="Arial"/>
                <a:cs typeface="Arial"/>
                <a:sym typeface="Arial"/>
              </a:rPr>
              <a:t>CONUS Climate divisions https://</a:t>
            </a:r>
            <a:r>
              <a:rPr lang="en" sz="1000" dirty="0" err="1">
                <a:solidFill>
                  <a:schemeClr val="accent3"/>
                </a:solidFill>
                <a:latin typeface="Arial"/>
                <a:ea typeface="Arial"/>
                <a:cs typeface="Arial"/>
                <a:sym typeface="Arial"/>
              </a:rPr>
              <a:t>www.ncei.noaa.gov</a:t>
            </a:r>
            <a:r>
              <a:rPr lang="en" sz="1000" dirty="0">
                <a:solidFill>
                  <a:schemeClr val="accent3"/>
                </a:solidFill>
                <a:latin typeface="Arial"/>
                <a:ea typeface="Arial"/>
                <a:cs typeface="Arial"/>
                <a:sym typeface="Arial"/>
              </a:rPr>
              <a:t>/access/monitoring/</a:t>
            </a:r>
            <a:r>
              <a:rPr lang="en" sz="1000" dirty="0" err="1">
                <a:solidFill>
                  <a:schemeClr val="accent3"/>
                </a:solidFill>
                <a:latin typeface="Arial"/>
                <a:ea typeface="Arial"/>
                <a:cs typeface="Arial"/>
                <a:sym typeface="Arial"/>
              </a:rPr>
              <a:t>dyk</a:t>
            </a:r>
            <a:r>
              <a:rPr lang="en" sz="1000" dirty="0">
                <a:solidFill>
                  <a:schemeClr val="accent3"/>
                </a:solidFill>
                <a:latin typeface="Arial"/>
                <a:ea typeface="Arial"/>
                <a:cs typeface="Arial"/>
                <a:sym typeface="Arial"/>
              </a:rPr>
              <a:t>/us-climate-divisions</a:t>
            </a:r>
            <a:endParaRPr sz="1000" dirty="0">
              <a:solidFill>
                <a:schemeClr val="accent3"/>
              </a:solidFill>
              <a:latin typeface="Arial"/>
              <a:ea typeface="Arial"/>
              <a:cs typeface="Arial"/>
              <a:sym typeface="Arial"/>
            </a:endParaRPr>
          </a:p>
          <a:p>
            <a:pPr marL="0" lvl="0" indent="0" algn="l" rtl="0">
              <a:spcBef>
                <a:spcPts val="0"/>
              </a:spcBef>
              <a:spcAft>
                <a:spcPts val="0"/>
              </a:spcAft>
              <a:buNone/>
            </a:pPr>
            <a:r>
              <a:rPr lang="en" sz="1000" dirty="0">
                <a:solidFill>
                  <a:schemeClr val="accent3"/>
                </a:solidFill>
                <a:latin typeface="Arial"/>
                <a:ea typeface="Arial"/>
                <a:cs typeface="Arial"/>
                <a:sym typeface="Arial"/>
              </a:rPr>
              <a:t>CONUS Climate divisions boundaries </a:t>
            </a:r>
            <a:r>
              <a:rPr lang="en" sz="1000" u="sng" dirty="0">
                <a:solidFill>
                  <a:schemeClr val="accent3"/>
                </a:solidFill>
                <a:latin typeface="Arial"/>
                <a:ea typeface="Arial"/>
                <a:cs typeface="Arial"/>
                <a:sym typeface="Arial"/>
                <a:hlinkClick r:id="rId6">
                  <a:extLst>
                    <a:ext uri="{A12FA001-AC4F-418D-AE19-62706E023703}">
                      <ahyp:hlinkClr xmlns:ahyp="http://schemas.microsoft.com/office/drawing/2018/hyperlinkcolor" val="tx"/>
                    </a:ext>
                  </a:extLst>
                </a:hlinkClick>
              </a:rPr>
              <a:t>https://psl.noaa.gov/data/usclimdivs/boundaries.html</a:t>
            </a:r>
            <a:endParaRPr sz="1000" dirty="0">
              <a:solidFill>
                <a:schemeClr val="accent3"/>
              </a:solidFill>
              <a:latin typeface="Arial"/>
              <a:ea typeface="Arial"/>
              <a:cs typeface="Arial"/>
              <a:sym typeface="Arial"/>
            </a:endParaRPr>
          </a:p>
          <a:p>
            <a:pPr marL="0" lvl="0" indent="0" algn="l" rtl="0">
              <a:spcBef>
                <a:spcPts val="0"/>
              </a:spcBef>
              <a:spcAft>
                <a:spcPts val="0"/>
              </a:spcAft>
              <a:buNone/>
            </a:pPr>
            <a:endParaRPr sz="1000" dirty="0">
              <a:solidFill>
                <a:schemeClr val="accent3"/>
              </a:solidFill>
              <a:latin typeface="Arial"/>
              <a:ea typeface="Arial"/>
              <a:cs typeface="Arial"/>
              <a:sym typeface="Arial"/>
            </a:endParaRPr>
          </a:p>
          <a:p>
            <a:pPr marL="0" lvl="0" indent="0" algn="l" rtl="0">
              <a:spcBef>
                <a:spcPts val="0"/>
              </a:spcBef>
              <a:spcAft>
                <a:spcPts val="0"/>
              </a:spcAft>
              <a:buNone/>
            </a:pPr>
            <a:r>
              <a:rPr lang="en" sz="1000" dirty="0">
                <a:solidFill>
                  <a:schemeClr val="accent3"/>
                </a:solidFill>
                <a:latin typeface="Arial"/>
                <a:ea typeface="Arial"/>
                <a:cs typeface="Arial"/>
                <a:sym typeface="Arial"/>
              </a:rPr>
              <a:t>NASA POWER Meteorology https://</a:t>
            </a:r>
            <a:r>
              <a:rPr lang="en" sz="1000" dirty="0" err="1">
                <a:solidFill>
                  <a:schemeClr val="accent3"/>
                </a:solidFill>
                <a:latin typeface="Arial"/>
                <a:ea typeface="Arial"/>
                <a:cs typeface="Arial"/>
                <a:sym typeface="Arial"/>
              </a:rPr>
              <a:t>power.larc.nasa.gov</a:t>
            </a:r>
            <a:r>
              <a:rPr lang="en" sz="1000" dirty="0">
                <a:solidFill>
                  <a:schemeClr val="accent3"/>
                </a:solidFill>
                <a:latin typeface="Arial"/>
                <a:ea typeface="Arial"/>
                <a:cs typeface="Arial"/>
                <a:sym typeface="Arial"/>
              </a:rPr>
              <a:t>/docs/methodology/meteorology/</a:t>
            </a:r>
            <a:endParaRPr sz="1000" dirty="0">
              <a:solidFill>
                <a:schemeClr val="accent3"/>
              </a:solidFill>
              <a:latin typeface="Arial"/>
              <a:ea typeface="Arial"/>
              <a:cs typeface="Arial"/>
              <a:sym typeface="Arial"/>
            </a:endParaRPr>
          </a:p>
          <a:p>
            <a:pPr marL="0" lvl="0" indent="0" algn="l" rtl="0">
              <a:spcBef>
                <a:spcPts val="0"/>
              </a:spcBef>
              <a:spcAft>
                <a:spcPts val="0"/>
              </a:spcAft>
              <a:buNone/>
            </a:pPr>
            <a:r>
              <a:rPr lang="en" sz="1000" dirty="0">
                <a:solidFill>
                  <a:schemeClr val="accent3"/>
                </a:solidFill>
                <a:latin typeface="Arial"/>
                <a:ea typeface="Arial"/>
                <a:cs typeface="Arial"/>
                <a:sym typeface="Arial"/>
              </a:rPr>
              <a:t> </a:t>
            </a:r>
            <a:endParaRPr sz="1000" dirty="0">
              <a:solidFill>
                <a:schemeClr val="accent3"/>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 sz="1000" dirty="0">
                <a:solidFill>
                  <a:srgbClr val="FAAE4F"/>
                </a:solidFill>
                <a:latin typeface="Arial"/>
                <a:ea typeface="Arial"/>
                <a:cs typeface="Arial"/>
                <a:sym typeface="Arial"/>
              </a:rPr>
              <a:t>Ritter, J., Young, M., &amp; Krishnan, P. (2022, August 4). </a:t>
            </a:r>
            <a:endParaRPr sz="1000" dirty="0">
              <a:solidFill>
                <a:srgbClr val="FAAE4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92"/>
          <p:cNvSpPr txBox="1"/>
          <p:nvPr/>
        </p:nvSpPr>
        <p:spPr>
          <a:xfrm>
            <a:off x="3159450" y="1321575"/>
            <a:ext cx="3051600" cy="11670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6500">
                <a:solidFill>
                  <a:schemeClr val="accent2"/>
                </a:solidFill>
                <a:latin typeface="Staatliches"/>
                <a:ea typeface="Staatliches"/>
                <a:cs typeface="Staatliches"/>
                <a:sym typeface="Staatliches"/>
              </a:rPr>
              <a:t>THANKS!</a:t>
            </a:r>
            <a:endParaRPr sz="1600">
              <a:solidFill>
                <a:schemeClr val="accent5"/>
              </a:solidFill>
              <a:latin typeface="Abel"/>
              <a:ea typeface="Abel"/>
              <a:cs typeface="Abel"/>
              <a:sym typeface="Abel"/>
            </a:endParaRPr>
          </a:p>
        </p:txBody>
      </p:sp>
    </p:spTree>
  </p:cSld>
  <p:clrMapOvr>
    <a:masterClrMapping/>
  </p:clrMapOvr>
</p:sld>
</file>

<file path=ppt/theme/theme1.xml><?xml version="1.0" encoding="utf-8"?>
<a:theme xmlns:a="http://schemas.openxmlformats.org/drawingml/2006/main" name="Fire Background by Slidesgo">
  <a:themeElements>
    <a:clrScheme name="Simple Light">
      <a:dk1>
        <a:srgbClr val="000000"/>
      </a:dk1>
      <a:lt1>
        <a:srgbClr val="FFFFFF"/>
      </a:lt1>
      <a:dk2>
        <a:srgbClr val="595959"/>
      </a:dk2>
      <a:lt2>
        <a:srgbClr val="EEEEEE"/>
      </a:lt2>
      <a:accent1>
        <a:srgbClr val="A44139"/>
      </a:accent1>
      <a:accent2>
        <a:srgbClr val="FB8827"/>
      </a:accent2>
      <a:accent3>
        <a:srgbClr val="FAAE4F"/>
      </a:accent3>
      <a:accent4>
        <a:srgbClr val="F7CA51"/>
      </a:accent4>
      <a:accent5>
        <a:srgbClr val="FFFFFF"/>
      </a:accent5>
      <a:accent6>
        <a:srgbClr val="FF6F41"/>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ire Background by Slidesgo">
  <a:themeElements>
    <a:clrScheme name="Simple Light">
      <a:dk1>
        <a:srgbClr val="000000"/>
      </a:dk1>
      <a:lt1>
        <a:srgbClr val="FFFFFF"/>
      </a:lt1>
      <a:dk2>
        <a:srgbClr val="595959"/>
      </a:dk2>
      <a:lt2>
        <a:srgbClr val="EEEEEE"/>
      </a:lt2>
      <a:accent1>
        <a:srgbClr val="A44139"/>
      </a:accent1>
      <a:accent2>
        <a:srgbClr val="FB8827"/>
      </a:accent2>
      <a:accent3>
        <a:srgbClr val="FAAE4F"/>
      </a:accent3>
      <a:accent4>
        <a:srgbClr val="F7CA51"/>
      </a:accent4>
      <a:accent5>
        <a:srgbClr val="FFFFFF"/>
      </a:accent5>
      <a:accent6>
        <a:srgbClr val="FF6F41"/>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4346</Words>
  <Application>Microsoft Macintosh PowerPoint</Application>
  <PresentationFormat>On-screen Show (16:9)</PresentationFormat>
  <Paragraphs>493</Paragraphs>
  <Slides>23</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23</vt:i4>
      </vt:variant>
    </vt:vector>
  </HeadingPairs>
  <TitlesOfParts>
    <vt:vector size="30" baseType="lpstr">
      <vt:lpstr>Staatliches</vt:lpstr>
      <vt:lpstr>Arial</vt:lpstr>
      <vt:lpstr>Raleway</vt:lpstr>
      <vt:lpstr>Abel</vt:lpstr>
      <vt:lpstr>Courier New</vt:lpstr>
      <vt:lpstr>Fire Background by Slidesgo</vt:lpstr>
      <vt:lpstr>Fire Background by Slidesgo</vt:lpstr>
      <vt:lpstr>THE  question</vt:lpstr>
      <vt:lpstr>Existing wildfire ml models</vt:lpstr>
      <vt:lpstr>APPROACH </vt:lpstr>
      <vt:lpstr>The DATA</vt:lpstr>
      <vt:lpstr>The DATA</vt:lpstr>
      <vt:lpstr>EDA - Feature correlation</vt:lpstr>
      <vt:lpstr>EDA - Temperature</vt:lpstr>
      <vt:lpstr>EDA - Relative Humidity</vt:lpstr>
      <vt:lpstr>EDA - Precipitation</vt:lpstr>
      <vt:lpstr>EDA - wind speed and direction</vt:lpstr>
      <vt:lpstr>EDA - seasonality</vt:lpstr>
      <vt:lpstr>EDA - class imbalance</vt:lpstr>
      <vt:lpstr>Experiment Summary: Baseline and Advanced</vt:lpstr>
      <vt:lpstr>Logistic Regression (Baseline) Scikit learn</vt:lpstr>
      <vt:lpstr>Neural Network</vt:lpstr>
      <vt:lpstr>Random forest </vt:lpstr>
      <vt:lpstr>Random forest + PCA</vt:lpstr>
      <vt:lpstr>Random forest + SMOTE</vt:lpstr>
      <vt:lpstr>Xgboost</vt:lpstr>
      <vt:lpstr>Arima/SARIMAX</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question</dc:title>
  <cp:lastModifiedBy>nichol flowers</cp:lastModifiedBy>
  <cp:revision>1</cp:revision>
  <dcterms:modified xsi:type="dcterms:W3CDTF">2026-06-06T02:23:08Z</dcterms:modified>
</cp:coreProperties>
</file>